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5" r:id="rId5"/>
    <p:sldId id="259" r:id="rId6"/>
    <p:sldId id="266" r:id="rId7"/>
    <p:sldId id="267" r:id="rId8"/>
    <p:sldId id="268" r:id="rId9"/>
    <p:sldId id="262" r:id="rId10"/>
    <p:sldId id="263" r:id="rId11"/>
    <p:sldId id="269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6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7FCB4B-C2AC-4EC0-A26E-ED4C4CF8EA5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736704F-E232-4BF2-8CBA-1246412783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build a unified </a:t>
          </a:r>
          <a:r>
            <a:rPr lang="en-US" b="1"/>
            <a:t>event management system</a:t>
          </a:r>
          <a:r>
            <a:rPr lang="en-US"/>
            <a:t> for organizers and attendees.</a:t>
          </a:r>
        </a:p>
      </dgm:t>
    </dgm:pt>
    <dgm:pt modelId="{223A852B-DC7B-4E51-8848-6C0D53B6A560}" type="parTrans" cxnId="{2370563B-FC0B-49C8-A258-A319BA1FFBBA}">
      <dgm:prSet/>
      <dgm:spPr/>
      <dgm:t>
        <a:bodyPr/>
        <a:lstStyle/>
        <a:p>
          <a:endParaRPr lang="en-US"/>
        </a:p>
      </dgm:t>
    </dgm:pt>
    <dgm:pt modelId="{98B9A80A-61B8-4B7B-AE6A-D6612A6883E6}" type="sibTrans" cxnId="{2370563B-FC0B-49C8-A258-A319BA1FFBB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A877A2C-52B0-4B2C-8EC6-7FB913F5A0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allow </a:t>
          </a:r>
          <a:r>
            <a:rPr lang="en-US" b="1"/>
            <a:t>organizers</a:t>
          </a:r>
          <a:r>
            <a:rPr lang="en-US"/>
            <a:t> to create, update, and manage their events easily.</a:t>
          </a:r>
        </a:p>
      </dgm:t>
    </dgm:pt>
    <dgm:pt modelId="{5917118E-05D6-4A97-A1E8-CAE00B209965}" type="parTrans" cxnId="{15603200-0525-4BC8-8651-EC3BA45280A5}">
      <dgm:prSet/>
      <dgm:spPr/>
      <dgm:t>
        <a:bodyPr/>
        <a:lstStyle/>
        <a:p>
          <a:endParaRPr lang="en-US"/>
        </a:p>
      </dgm:t>
    </dgm:pt>
    <dgm:pt modelId="{337B3839-BEAA-4EDB-9022-378756058012}" type="sibTrans" cxnId="{15603200-0525-4BC8-8651-EC3BA45280A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39F5215-B09A-4AA8-BA85-F64E1ABB6A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enable </a:t>
          </a:r>
          <a:r>
            <a:rPr lang="en-US" b="1"/>
            <a:t>users</a:t>
          </a:r>
          <a:r>
            <a:rPr lang="en-US"/>
            <a:t> to discover, search, and book events conveniently.</a:t>
          </a:r>
        </a:p>
      </dgm:t>
    </dgm:pt>
    <dgm:pt modelId="{44A8D38A-0AA5-4FD2-A94A-B21006C7D719}" type="parTrans" cxnId="{48D37A0B-4AAE-4EE3-A9CD-4B1A1A15DEE8}">
      <dgm:prSet/>
      <dgm:spPr/>
      <dgm:t>
        <a:bodyPr/>
        <a:lstStyle/>
        <a:p>
          <a:endParaRPr lang="en-US"/>
        </a:p>
      </dgm:t>
    </dgm:pt>
    <dgm:pt modelId="{5C08D487-26D1-4757-AAAB-7248C7A600A3}" type="sibTrans" cxnId="{48D37A0B-4AAE-4EE3-A9CD-4B1A1A15DEE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11A9F3F-38A3-43BD-83CB-3D6513F785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ensure smooth integration using a </a:t>
          </a:r>
          <a:r>
            <a:rPr lang="en-US" b="1"/>
            <a:t>hybrid, API-driven MERN stack</a:t>
          </a:r>
          <a:r>
            <a:rPr lang="en-US"/>
            <a:t>.</a:t>
          </a:r>
        </a:p>
      </dgm:t>
    </dgm:pt>
    <dgm:pt modelId="{F886F058-06D0-4C99-BFA7-E24125FC51D7}" type="parTrans" cxnId="{0D4C7982-C48D-4987-A4D3-51E3ECD24C9F}">
      <dgm:prSet/>
      <dgm:spPr/>
      <dgm:t>
        <a:bodyPr/>
        <a:lstStyle/>
        <a:p>
          <a:endParaRPr lang="en-US"/>
        </a:p>
      </dgm:t>
    </dgm:pt>
    <dgm:pt modelId="{26142A40-E70A-4CBD-B067-D6094BFA83CB}" type="sibTrans" cxnId="{0D4C7982-C48D-4987-A4D3-51E3ECD24C9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2E3EC5C-456D-4CC9-8A62-108B825959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include features like </a:t>
          </a:r>
          <a:r>
            <a:rPr lang="en-US" b="1"/>
            <a:t>ticketing, payments, analytics, and engagement tools</a:t>
          </a:r>
          <a:r>
            <a:rPr lang="en-US"/>
            <a:t>.</a:t>
          </a:r>
        </a:p>
      </dgm:t>
    </dgm:pt>
    <dgm:pt modelId="{D0E0D70F-8CCE-44F3-B621-4BF19EF82835}" type="parTrans" cxnId="{B22C4F11-1A10-47C1-A014-61C5E62B1F13}">
      <dgm:prSet/>
      <dgm:spPr/>
      <dgm:t>
        <a:bodyPr/>
        <a:lstStyle/>
        <a:p>
          <a:endParaRPr lang="en-US"/>
        </a:p>
      </dgm:t>
    </dgm:pt>
    <dgm:pt modelId="{858C0BD8-978D-4636-B29D-055F4463D34B}" type="sibTrans" cxnId="{B22C4F11-1A10-47C1-A014-61C5E62B1F13}">
      <dgm:prSet/>
      <dgm:spPr/>
      <dgm:t>
        <a:bodyPr/>
        <a:lstStyle/>
        <a:p>
          <a:endParaRPr lang="en-US"/>
        </a:p>
      </dgm:t>
    </dgm:pt>
    <dgm:pt modelId="{27309DF5-DBD6-47C3-B542-F16C4F4F5635}" type="pres">
      <dgm:prSet presAssocID="{897FCB4B-C2AC-4EC0-A26E-ED4C4CF8EA5A}" presName="root" presStyleCnt="0">
        <dgm:presLayoutVars>
          <dgm:dir/>
          <dgm:resizeHandles val="exact"/>
        </dgm:presLayoutVars>
      </dgm:prSet>
      <dgm:spPr/>
    </dgm:pt>
    <dgm:pt modelId="{4E2EAC13-E1DA-409A-BFD1-743BD94E1C4C}" type="pres">
      <dgm:prSet presAssocID="{9736704F-E232-4BF2-8CBA-124641278374}" presName="compNode" presStyleCnt="0"/>
      <dgm:spPr/>
    </dgm:pt>
    <dgm:pt modelId="{2315D08D-6DE5-4535-9E51-66BB92B7806F}" type="pres">
      <dgm:prSet presAssocID="{9736704F-E232-4BF2-8CBA-124641278374}" presName="bgRect" presStyleLbl="bgShp" presStyleIdx="0" presStyleCnt="5"/>
      <dgm:spPr/>
    </dgm:pt>
    <dgm:pt modelId="{27C039F4-E1B4-4D7A-96CE-33CE8AB0F4C7}" type="pres">
      <dgm:prSet presAssocID="{9736704F-E232-4BF2-8CBA-12464127837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9C25672D-2308-4C56-90BA-2E65DF587F77}" type="pres">
      <dgm:prSet presAssocID="{9736704F-E232-4BF2-8CBA-124641278374}" presName="spaceRect" presStyleCnt="0"/>
      <dgm:spPr/>
    </dgm:pt>
    <dgm:pt modelId="{E84BEE6B-2438-4AB9-9AD4-557AA7DE11CD}" type="pres">
      <dgm:prSet presAssocID="{9736704F-E232-4BF2-8CBA-124641278374}" presName="parTx" presStyleLbl="revTx" presStyleIdx="0" presStyleCnt="5">
        <dgm:presLayoutVars>
          <dgm:chMax val="0"/>
          <dgm:chPref val="0"/>
        </dgm:presLayoutVars>
      </dgm:prSet>
      <dgm:spPr/>
    </dgm:pt>
    <dgm:pt modelId="{829F7B4F-FAD1-4FF0-B896-A768F38287D3}" type="pres">
      <dgm:prSet presAssocID="{98B9A80A-61B8-4B7B-AE6A-D6612A6883E6}" presName="sibTrans" presStyleCnt="0"/>
      <dgm:spPr/>
    </dgm:pt>
    <dgm:pt modelId="{05E21789-B7E7-4471-8B51-6F99F13209AA}" type="pres">
      <dgm:prSet presAssocID="{8A877A2C-52B0-4B2C-8EC6-7FB913F5A04F}" presName="compNode" presStyleCnt="0"/>
      <dgm:spPr/>
    </dgm:pt>
    <dgm:pt modelId="{520D6C10-BD0F-4C30-8B93-02540D0331B5}" type="pres">
      <dgm:prSet presAssocID="{8A877A2C-52B0-4B2C-8EC6-7FB913F5A04F}" presName="bgRect" presStyleLbl="bgShp" presStyleIdx="1" presStyleCnt="5"/>
      <dgm:spPr/>
    </dgm:pt>
    <dgm:pt modelId="{D47FB99F-57E1-407B-AAD2-DCF7F4FDE14E}" type="pres">
      <dgm:prSet presAssocID="{8A877A2C-52B0-4B2C-8EC6-7FB913F5A04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0000E111-4FF9-4220-9AD8-4114BF7BFCB4}" type="pres">
      <dgm:prSet presAssocID="{8A877A2C-52B0-4B2C-8EC6-7FB913F5A04F}" presName="spaceRect" presStyleCnt="0"/>
      <dgm:spPr/>
    </dgm:pt>
    <dgm:pt modelId="{19D9ACB7-3C76-4679-BF18-479E6FD8A2DC}" type="pres">
      <dgm:prSet presAssocID="{8A877A2C-52B0-4B2C-8EC6-7FB913F5A04F}" presName="parTx" presStyleLbl="revTx" presStyleIdx="1" presStyleCnt="5">
        <dgm:presLayoutVars>
          <dgm:chMax val="0"/>
          <dgm:chPref val="0"/>
        </dgm:presLayoutVars>
      </dgm:prSet>
      <dgm:spPr/>
    </dgm:pt>
    <dgm:pt modelId="{FDA266CD-852C-4AE6-9335-A39F8DB75BD7}" type="pres">
      <dgm:prSet presAssocID="{337B3839-BEAA-4EDB-9022-378756058012}" presName="sibTrans" presStyleCnt="0"/>
      <dgm:spPr/>
    </dgm:pt>
    <dgm:pt modelId="{08DFAA92-55AF-4965-BB2D-62CC21A56C4D}" type="pres">
      <dgm:prSet presAssocID="{C39F5215-B09A-4AA8-BA85-F64E1ABB6A79}" presName="compNode" presStyleCnt="0"/>
      <dgm:spPr/>
    </dgm:pt>
    <dgm:pt modelId="{FEAD19D9-9B82-4FFF-B83A-4748E42D7E21}" type="pres">
      <dgm:prSet presAssocID="{C39F5215-B09A-4AA8-BA85-F64E1ABB6A79}" presName="bgRect" presStyleLbl="bgShp" presStyleIdx="2" presStyleCnt="5"/>
      <dgm:spPr/>
    </dgm:pt>
    <dgm:pt modelId="{61A7BDFC-1FB0-4E6D-BA5A-56C09899162F}" type="pres">
      <dgm:prSet presAssocID="{C39F5215-B09A-4AA8-BA85-F64E1ABB6A7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126293C4-D936-48CF-BD60-11080977CF9B}" type="pres">
      <dgm:prSet presAssocID="{C39F5215-B09A-4AA8-BA85-F64E1ABB6A79}" presName="spaceRect" presStyleCnt="0"/>
      <dgm:spPr/>
    </dgm:pt>
    <dgm:pt modelId="{888F0C31-6C25-409A-BFBD-6667C0193BBA}" type="pres">
      <dgm:prSet presAssocID="{C39F5215-B09A-4AA8-BA85-F64E1ABB6A79}" presName="parTx" presStyleLbl="revTx" presStyleIdx="2" presStyleCnt="5">
        <dgm:presLayoutVars>
          <dgm:chMax val="0"/>
          <dgm:chPref val="0"/>
        </dgm:presLayoutVars>
      </dgm:prSet>
      <dgm:spPr/>
    </dgm:pt>
    <dgm:pt modelId="{1212A8A5-4FCE-4A82-BFD3-D1CBE794A9E6}" type="pres">
      <dgm:prSet presAssocID="{5C08D487-26D1-4757-AAAB-7248C7A600A3}" presName="sibTrans" presStyleCnt="0"/>
      <dgm:spPr/>
    </dgm:pt>
    <dgm:pt modelId="{D5902BAB-1A26-47AA-A5E3-7847E6D86DBD}" type="pres">
      <dgm:prSet presAssocID="{011A9F3F-38A3-43BD-83CB-3D6513F785C4}" presName="compNode" presStyleCnt="0"/>
      <dgm:spPr/>
    </dgm:pt>
    <dgm:pt modelId="{FA56EEF8-027B-4351-B91B-2F6C641F280D}" type="pres">
      <dgm:prSet presAssocID="{011A9F3F-38A3-43BD-83CB-3D6513F785C4}" presName="bgRect" presStyleLbl="bgShp" presStyleIdx="3" presStyleCnt="5"/>
      <dgm:spPr/>
    </dgm:pt>
    <dgm:pt modelId="{805910F1-CCCF-4901-9261-E98D965E37BE}" type="pres">
      <dgm:prSet presAssocID="{011A9F3F-38A3-43BD-83CB-3D6513F785C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8A4B6E9-4CE5-4DFF-8156-DBA1F686B0A6}" type="pres">
      <dgm:prSet presAssocID="{011A9F3F-38A3-43BD-83CB-3D6513F785C4}" presName="spaceRect" presStyleCnt="0"/>
      <dgm:spPr/>
    </dgm:pt>
    <dgm:pt modelId="{02A343B8-8D41-493F-85F9-27A290184C1F}" type="pres">
      <dgm:prSet presAssocID="{011A9F3F-38A3-43BD-83CB-3D6513F785C4}" presName="parTx" presStyleLbl="revTx" presStyleIdx="3" presStyleCnt="5">
        <dgm:presLayoutVars>
          <dgm:chMax val="0"/>
          <dgm:chPref val="0"/>
        </dgm:presLayoutVars>
      </dgm:prSet>
      <dgm:spPr/>
    </dgm:pt>
    <dgm:pt modelId="{1EA8C180-639D-4A3A-B4F2-7B4755CAC533}" type="pres">
      <dgm:prSet presAssocID="{26142A40-E70A-4CBD-B067-D6094BFA83CB}" presName="sibTrans" presStyleCnt="0"/>
      <dgm:spPr/>
    </dgm:pt>
    <dgm:pt modelId="{1241E3BA-BE97-4C26-945A-FE622E8512BF}" type="pres">
      <dgm:prSet presAssocID="{02E3EC5C-456D-4CC9-8A62-108B82595916}" presName="compNode" presStyleCnt="0"/>
      <dgm:spPr/>
    </dgm:pt>
    <dgm:pt modelId="{D6DC2C11-4DC7-4D12-9CB0-84B71B2BE3FD}" type="pres">
      <dgm:prSet presAssocID="{02E3EC5C-456D-4CC9-8A62-108B82595916}" presName="bgRect" presStyleLbl="bgShp" presStyleIdx="4" presStyleCnt="5"/>
      <dgm:spPr/>
    </dgm:pt>
    <dgm:pt modelId="{F4D090D7-D811-4FCA-87C8-9A6314BE7619}" type="pres">
      <dgm:prSet presAssocID="{02E3EC5C-456D-4CC9-8A62-108B8259591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56E1E76-0D1F-48EB-B6C0-8519B0853A10}" type="pres">
      <dgm:prSet presAssocID="{02E3EC5C-456D-4CC9-8A62-108B82595916}" presName="spaceRect" presStyleCnt="0"/>
      <dgm:spPr/>
    </dgm:pt>
    <dgm:pt modelId="{8858A00E-B81C-4B8E-A2E9-097605283C8B}" type="pres">
      <dgm:prSet presAssocID="{02E3EC5C-456D-4CC9-8A62-108B8259591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5603200-0525-4BC8-8651-EC3BA45280A5}" srcId="{897FCB4B-C2AC-4EC0-A26E-ED4C4CF8EA5A}" destId="{8A877A2C-52B0-4B2C-8EC6-7FB913F5A04F}" srcOrd="1" destOrd="0" parTransId="{5917118E-05D6-4A97-A1E8-CAE00B209965}" sibTransId="{337B3839-BEAA-4EDB-9022-378756058012}"/>
    <dgm:cxn modelId="{48D37A0B-4AAE-4EE3-A9CD-4B1A1A15DEE8}" srcId="{897FCB4B-C2AC-4EC0-A26E-ED4C4CF8EA5A}" destId="{C39F5215-B09A-4AA8-BA85-F64E1ABB6A79}" srcOrd="2" destOrd="0" parTransId="{44A8D38A-0AA5-4FD2-A94A-B21006C7D719}" sibTransId="{5C08D487-26D1-4757-AAAB-7248C7A600A3}"/>
    <dgm:cxn modelId="{B22C4F11-1A10-47C1-A014-61C5E62B1F13}" srcId="{897FCB4B-C2AC-4EC0-A26E-ED4C4CF8EA5A}" destId="{02E3EC5C-456D-4CC9-8A62-108B82595916}" srcOrd="4" destOrd="0" parTransId="{D0E0D70F-8CCE-44F3-B621-4BF19EF82835}" sibTransId="{858C0BD8-978D-4636-B29D-055F4463D34B}"/>
    <dgm:cxn modelId="{41068429-77DA-44D9-B14C-87D8DD3DD6BA}" type="presOf" srcId="{8A877A2C-52B0-4B2C-8EC6-7FB913F5A04F}" destId="{19D9ACB7-3C76-4679-BF18-479E6FD8A2DC}" srcOrd="0" destOrd="0" presId="urn:microsoft.com/office/officeart/2018/2/layout/IconVerticalSolidList"/>
    <dgm:cxn modelId="{A192303B-AD51-4D8F-B337-3784F6E5AE18}" type="presOf" srcId="{011A9F3F-38A3-43BD-83CB-3D6513F785C4}" destId="{02A343B8-8D41-493F-85F9-27A290184C1F}" srcOrd="0" destOrd="0" presId="urn:microsoft.com/office/officeart/2018/2/layout/IconVerticalSolidList"/>
    <dgm:cxn modelId="{2370563B-FC0B-49C8-A258-A319BA1FFBBA}" srcId="{897FCB4B-C2AC-4EC0-A26E-ED4C4CF8EA5A}" destId="{9736704F-E232-4BF2-8CBA-124641278374}" srcOrd="0" destOrd="0" parTransId="{223A852B-DC7B-4E51-8848-6C0D53B6A560}" sibTransId="{98B9A80A-61B8-4B7B-AE6A-D6612A6883E6}"/>
    <dgm:cxn modelId="{3D537B71-7837-4DE2-B4FC-BE4DA17F5FC1}" type="presOf" srcId="{9736704F-E232-4BF2-8CBA-124641278374}" destId="{E84BEE6B-2438-4AB9-9AD4-557AA7DE11CD}" srcOrd="0" destOrd="0" presId="urn:microsoft.com/office/officeart/2018/2/layout/IconVerticalSolidList"/>
    <dgm:cxn modelId="{91FE4E72-7A8C-4863-AA08-E03112FE3AD5}" type="presOf" srcId="{C39F5215-B09A-4AA8-BA85-F64E1ABB6A79}" destId="{888F0C31-6C25-409A-BFBD-6667C0193BBA}" srcOrd="0" destOrd="0" presId="urn:microsoft.com/office/officeart/2018/2/layout/IconVerticalSolidList"/>
    <dgm:cxn modelId="{0D4C7982-C48D-4987-A4D3-51E3ECD24C9F}" srcId="{897FCB4B-C2AC-4EC0-A26E-ED4C4CF8EA5A}" destId="{011A9F3F-38A3-43BD-83CB-3D6513F785C4}" srcOrd="3" destOrd="0" parTransId="{F886F058-06D0-4C99-BFA7-E24125FC51D7}" sibTransId="{26142A40-E70A-4CBD-B067-D6094BFA83CB}"/>
    <dgm:cxn modelId="{642690E0-FFD9-4BC3-9414-811BF8836ECB}" type="presOf" srcId="{897FCB4B-C2AC-4EC0-A26E-ED4C4CF8EA5A}" destId="{27309DF5-DBD6-47C3-B542-F16C4F4F5635}" srcOrd="0" destOrd="0" presId="urn:microsoft.com/office/officeart/2018/2/layout/IconVerticalSolidList"/>
    <dgm:cxn modelId="{B6512CF9-5253-4CCD-8E26-24D2A808501D}" type="presOf" srcId="{02E3EC5C-456D-4CC9-8A62-108B82595916}" destId="{8858A00E-B81C-4B8E-A2E9-097605283C8B}" srcOrd="0" destOrd="0" presId="urn:microsoft.com/office/officeart/2018/2/layout/IconVerticalSolidList"/>
    <dgm:cxn modelId="{B886EF51-D647-49E5-AAE2-66FC698FB12B}" type="presParOf" srcId="{27309DF5-DBD6-47C3-B542-F16C4F4F5635}" destId="{4E2EAC13-E1DA-409A-BFD1-743BD94E1C4C}" srcOrd="0" destOrd="0" presId="urn:microsoft.com/office/officeart/2018/2/layout/IconVerticalSolidList"/>
    <dgm:cxn modelId="{694B1C3D-F0A3-43DB-878F-FA90D9BFEE01}" type="presParOf" srcId="{4E2EAC13-E1DA-409A-BFD1-743BD94E1C4C}" destId="{2315D08D-6DE5-4535-9E51-66BB92B7806F}" srcOrd="0" destOrd="0" presId="urn:microsoft.com/office/officeart/2018/2/layout/IconVerticalSolidList"/>
    <dgm:cxn modelId="{4AE81E98-6112-4B3A-B4BF-943210B0C7D7}" type="presParOf" srcId="{4E2EAC13-E1DA-409A-BFD1-743BD94E1C4C}" destId="{27C039F4-E1B4-4D7A-96CE-33CE8AB0F4C7}" srcOrd="1" destOrd="0" presId="urn:microsoft.com/office/officeart/2018/2/layout/IconVerticalSolidList"/>
    <dgm:cxn modelId="{5563797D-D8B1-4D16-BD33-25E615D883FE}" type="presParOf" srcId="{4E2EAC13-E1DA-409A-BFD1-743BD94E1C4C}" destId="{9C25672D-2308-4C56-90BA-2E65DF587F77}" srcOrd="2" destOrd="0" presId="urn:microsoft.com/office/officeart/2018/2/layout/IconVerticalSolidList"/>
    <dgm:cxn modelId="{26993AE3-5860-4273-9823-7BFA0F2DBBF9}" type="presParOf" srcId="{4E2EAC13-E1DA-409A-BFD1-743BD94E1C4C}" destId="{E84BEE6B-2438-4AB9-9AD4-557AA7DE11CD}" srcOrd="3" destOrd="0" presId="urn:microsoft.com/office/officeart/2018/2/layout/IconVerticalSolidList"/>
    <dgm:cxn modelId="{23726D93-799F-4A5E-A07E-EA8D7A67DB3E}" type="presParOf" srcId="{27309DF5-DBD6-47C3-B542-F16C4F4F5635}" destId="{829F7B4F-FAD1-4FF0-B896-A768F38287D3}" srcOrd="1" destOrd="0" presId="urn:microsoft.com/office/officeart/2018/2/layout/IconVerticalSolidList"/>
    <dgm:cxn modelId="{413AA369-6D86-4F3D-9166-4E92929B2A23}" type="presParOf" srcId="{27309DF5-DBD6-47C3-B542-F16C4F4F5635}" destId="{05E21789-B7E7-4471-8B51-6F99F13209AA}" srcOrd="2" destOrd="0" presId="urn:microsoft.com/office/officeart/2018/2/layout/IconVerticalSolidList"/>
    <dgm:cxn modelId="{9376C203-072D-4F74-BDC4-007D87DB6A75}" type="presParOf" srcId="{05E21789-B7E7-4471-8B51-6F99F13209AA}" destId="{520D6C10-BD0F-4C30-8B93-02540D0331B5}" srcOrd="0" destOrd="0" presId="urn:microsoft.com/office/officeart/2018/2/layout/IconVerticalSolidList"/>
    <dgm:cxn modelId="{D1773FD2-5CE1-42A2-8F55-0E94FD76FFD8}" type="presParOf" srcId="{05E21789-B7E7-4471-8B51-6F99F13209AA}" destId="{D47FB99F-57E1-407B-AAD2-DCF7F4FDE14E}" srcOrd="1" destOrd="0" presId="urn:microsoft.com/office/officeart/2018/2/layout/IconVerticalSolidList"/>
    <dgm:cxn modelId="{91990730-1E26-4076-BDB8-E48F88F6D203}" type="presParOf" srcId="{05E21789-B7E7-4471-8B51-6F99F13209AA}" destId="{0000E111-4FF9-4220-9AD8-4114BF7BFCB4}" srcOrd="2" destOrd="0" presId="urn:microsoft.com/office/officeart/2018/2/layout/IconVerticalSolidList"/>
    <dgm:cxn modelId="{8476277E-3D7F-4DA5-8EE1-3E19A87ACB60}" type="presParOf" srcId="{05E21789-B7E7-4471-8B51-6F99F13209AA}" destId="{19D9ACB7-3C76-4679-BF18-479E6FD8A2DC}" srcOrd="3" destOrd="0" presId="urn:microsoft.com/office/officeart/2018/2/layout/IconVerticalSolidList"/>
    <dgm:cxn modelId="{5C81F494-D78E-49BC-A8C6-2EEFAF7CBF0E}" type="presParOf" srcId="{27309DF5-DBD6-47C3-B542-F16C4F4F5635}" destId="{FDA266CD-852C-4AE6-9335-A39F8DB75BD7}" srcOrd="3" destOrd="0" presId="urn:microsoft.com/office/officeart/2018/2/layout/IconVerticalSolidList"/>
    <dgm:cxn modelId="{D91EF825-3FE4-42A7-AB89-A8752DAE8EE9}" type="presParOf" srcId="{27309DF5-DBD6-47C3-B542-F16C4F4F5635}" destId="{08DFAA92-55AF-4965-BB2D-62CC21A56C4D}" srcOrd="4" destOrd="0" presId="urn:microsoft.com/office/officeart/2018/2/layout/IconVerticalSolidList"/>
    <dgm:cxn modelId="{640CCF73-5141-4CDF-8562-1002E8D52C1B}" type="presParOf" srcId="{08DFAA92-55AF-4965-BB2D-62CC21A56C4D}" destId="{FEAD19D9-9B82-4FFF-B83A-4748E42D7E21}" srcOrd="0" destOrd="0" presId="urn:microsoft.com/office/officeart/2018/2/layout/IconVerticalSolidList"/>
    <dgm:cxn modelId="{2BFC1250-27F2-4D1C-A223-C99C75FC672D}" type="presParOf" srcId="{08DFAA92-55AF-4965-BB2D-62CC21A56C4D}" destId="{61A7BDFC-1FB0-4E6D-BA5A-56C09899162F}" srcOrd="1" destOrd="0" presId="urn:microsoft.com/office/officeart/2018/2/layout/IconVerticalSolidList"/>
    <dgm:cxn modelId="{62D63230-B096-4772-89EE-8F9198BEC49A}" type="presParOf" srcId="{08DFAA92-55AF-4965-BB2D-62CC21A56C4D}" destId="{126293C4-D936-48CF-BD60-11080977CF9B}" srcOrd="2" destOrd="0" presId="urn:microsoft.com/office/officeart/2018/2/layout/IconVerticalSolidList"/>
    <dgm:cxn modelId="{5273166D-D8BE-4730-96F6-69C844B7B818}" type="presParOf" srcId="{08DFAA92-55AF-4965-BB2D-62CC21A56C4D}" destId="{888F0C31-6C25-409A-BFBD-6667C0193BBA}" srcOrd="3" destOrd="0" presId="urn:microsoft.com/office/officeart/2018/2/layout/IconVerticalSolidList"/>
    <dgm:cxn modelId="{6FB23441-8245-464E-AFDD-863360C1FD48}" type="presParOf" srcId="{27309DF5-DBD6-47C3-B542-F16C4F4F5635}" destId="{1212A8A5-4FCE-4A82-BFD3-D1CBE794A9E6}" srcOrd="5" destOrd="0" presId="urn:microsoft.com/office/officeart/2018/2/layout/IconVerticalSolidList"/>
    <dgm:cxn modelId="{BBF9D98B-4F2F-4849-9978-D9DBDEA0C70D}" type="presParOf" srcId="{27309DF5-DBD6-47C3-B542-F16C4F4F5635}" destId="{D5902BAB-1A26-47AA-A5E3-7847E6D86DBD}" srcOrd="6" destOrd="0" presId="urn:microsoft.com/office/officeart/2018/2/layout/IconVerticalSolidList"/>
    <dgm:cxn modelId="{38A97C2D-9673-46C4-88FB-F01E0C484A10}" type="presParOf" srcId="{D5902BAB-1A26-47AA-A5E3-7847E6D86DBD}" destId="{FA56EEF8-027B-4351-B91B-2F6C641F280D}" srcOrd="0" destOrd="0" presId="urn:microsoft.com/office/officeart/2018/2/layout/IconVerticalSolidList"/>
    <dgm:cxn modelId="{8C321CB6-F475-44B3-81CD-C448B4DEE4E1}" type="presParOf" srcId="{D5902BAB-1A26-47AA-A5E3-7847E6D86DBD}" destId="{805910F1-CCCF-4901-9261-E98D965E37BE}" srcOrd="1" destOrd="0" presId="urn:microsoft.com/office/officeart/2018/2/layout/IconVerticalSolidList"/>
    <dgm:cxn modelId="{AD2A3735-0184-4238-87ED-3DF9D99F07AD}" type="presParOf" srcId="{D5902BAB-1A26-47AA-A5E3-7847E6D86DBD}" destId="{D8A4B6E9-4CE5-4DFF-8156-DBA1F686B0A6}" srcOrd="2" destOrd="0" presId="urn:microsoft.com/office/officeart/2018/2/layout/IconVerticalSolidList"/>
    <dgm:cxn modelId="{87C14252-0FD4-43B3-BF5A-BBD6A6EE42E1}" type="presParOf" srcId="{D5902BAB-1A26-47AA-A5E3-7847E6D86DBD}" destId="{02A343B8-8D41-493F-85F9-27A290184C1F}" srcOrd="3" destOrd="0" presId="urn:microsoft.com/office/officeart/2018/2/layout/IconVerticalSolidList"/>
    <dgm:cxn modelId="{87FC4247-563A-4D33-AF11-4138044C61C5}" type="presParOf" srcId="{27309DF5-DBD6-47C3-B542-F16C4F4F5635}" destId="{1EA8C180-639D-4A3A-B4F2-7B4755CAC533}" srcOrd="7" destOrd="0" presId="urn:microsoft.com/office/officeart/2018/2/layout/IconVerticalSolidList"/>
    <dgm:cxn modelId="{E358B320-1A3A-4316-8AD0-72584C4F4E80}" type="presParOf" srcId="{27309DF5-DBD6-47C3-B542-F16C4F4F5635}" destId="{1241E3BA-BE97-4C26-945A-FE622E8512BF}" srcOrd="8" destOrd="0" presId="urn:microsoft.com/office/officeart/2018/2/layout/IconVerticalSolidList"/>
    <dgm:cxn modelId="{D2E5860F-969F-4FEA-9EBA-EAFF344097BC}" type="presParOf" srcId="{1241E3BA-BE97-4C26-945A-FE622E8512BF}" destId="{D6DC2C11-4DC7-4D12-9CB0-84B71B2BE3FD}" srcOrd="0" destOrd="0" presId="urn:microsoft.com/office/officeart/2018/2/layout/IconVerticalSolidList"/>
    <dgm:cxn modelId="{F4BCD417-CA4D-4807-8538-7DD346A1094C}" type="presParOf" srcId="{1241E3BA-BE97-4C26-945A-FE622E8512BF}" destId="{F4D090D7-D811-4FCA-87C8-9A6314BE7619}" srcOrd="1" destOrd="0" presId="urn:microsoft.com/office/officeart/2018/2/layout/IconVerticalSolidList"/>
    <dgm:cxn modelId="{B12B20A0-EDF1-4C10-BF63-1F4A949B0842}" type="presParOf" srcId="{1241E3BA-BE97-4C26-945A-FE622E8512BF}" destId="{E56E1E76-0D1F-48EB-B6C0-8519B0853A10}" srcOrd="2" destOrd="0" presId="urn:microsoft.com/office/officeart/2018/2/layout/IconVerticalSolidList"/>
    <dgm:cxn modelId="{9499ABA1-AA60-4CC4-BA08-3F41FCAB4E3E}" type="presParOf" srcId="{1241E3BA-BE97-4C26-945A-FE622E8512BF}" destId="{8858A00E-B81C-4B8E-A2E9-097605283C8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9D6AAA-55D4-4EB7-8840-D4940AC062C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02EB295-57DF-46BD-9DC2-4A96BDDDBA55}">
      <dgm:prSet/>
      <dgm:spPr/>
      <dgm:t>
        <a:bodyPr/>
        <a:lstStyle/>
        <a:p>
          <a:r>
            <a:rPr lang="en-US" b="0" i="0" baseline="0"/>
            <a:t>Organizers find it hard to create, promote, and manage events easily.</a:t>
          </a:r>
          <a:endParaRPr lang="en-US"/>
        </a:p>
      </dgm:t>
    </dgm:pt>
    <dgm:pt modelId="{D812B865-2FCF-4905-B8C6-965741778CD3}" type="parTrans" cxnId="{048FE9DD-85EE-4A02-91C2-53FE5A21BC34}">
      <dgm:prSet/>
      <dgm:spPr/>
      <dgm:t>
        <a:bodyPr/>
        <a:lstStyle/>
        <a:p>
          <a:endParaRPr lang="en-US"/>
        </a:p>
      </dgm:t>
    </dgm:pt>
    <dgm:pt modelId="{8677DFEF-C78D-4B8C-81FE-8C57B7993A16}" type="sibTrans" cxnId="{048FE9DD-85EE-4A02-91C2-53FE5A21BC34}">
      <dgm:prSet/>
      <dgm:spPr/>
      <dgm:t>
        <a:bodyPr/>
        <a:lstStyle/>
        <a:p>
          <a:endParaRPr lang="en-US"/>
        </a:p>
      </dgm:t>
    </dgm:pt>
    <dgm:pt modelId="{6814AF4B-A309-4C55-91F4-07F01963F866}">
      <dgm:prSet/>
      <dgm:spPr/>
      <dgm:t>
        <a:bodyPr/>
        <a:lstStyle/>
        <a:p>
          <a:r>
            <a:rPr lang="en-US" b="0" i="0" baseline="0"/>
            <a:t>No single platform to handle all event tasks in one place.</a:t>
          </a:r>
          <a:endParaRPr lang="en-US"/>
        </a:p>
      </dgm:t>
    </dgm:pt>
    <dgm:pt modelId="{FBC3FA2D-C976-4AB3-822C-7390C1C1277B}" type="parTrans" cxnId="{5F846457-0B32-4F84-B026-738076CACCC2}">
      <dgm:prSet/>
      <dgm:spPr/>
      <dgm:t>
        <a:bodyPr/>
        <a:lstStyle/>
        <a:p>
          <a:endParaRPr lang="en-US"/>
        </a:p>
      </dgm:t>
    </dgm:pt>
    <dgm:pt modelId="{C7A8FAEA-9714-4022-B8DA-71999F3F5C6B}" type="sibTrans" cxnId="{5F846457-0B32-4F84-B026-738076CACCC2}">
      <dgm:prSet/>
      <dgm:spPr/>
      <dgm:t>
        <a:bodyPr/>
        <a:lstStyle/>
        <a:p>
          <a:endParaRPr lang="en-US"/>
        </a:p>
      </dgm:t>
    </dgm:pt>
    <dgm:pt modelId="{7A119B95-0525-4430-83F8-02CBB490913B}">
      <dgm:prSet/>
      <dgm:spPr/>
      <dgm:t>
        <a:bodyPr/>
        <a:lstStyle/>
        <a:p>
          <a:r>
            <a:rPr lang="en-US" b="0" i="0" baseline="0"/>
            <a:t>Users face problems finding and booking events quickly.</a:t>
          </a:r>
          <a:endParaRPr lang="en-US"/>
        </a:p>
      </dgm:t>
    </dgm:pt>
    <dgm:pt modelId="{266D50E4-321F-4A33-8B89-52DE551DD9CD}" type="parTrans" cxnId="{B5C47B3E-A62E-46CB-9B8D-C8D1BCD53471}">
      <dgm:prSet/>
      <dgm:spPr/>
      <dgm:t>
        <a:bodyPr/>
        <a:lstStyle/>
        <a:p>
          <a:endParaRPr lang="en-US"/>
        </a:p>
      </dgm:t>
    </dgm:pt>
    <dgm:pt modelId="{04E514E1-9D52-4851-AEE8-E92D282C9E60}" type="sibTrans" cxnId="{B5C47B3E-A62E-46CB-9B8D-C8D1BCD53471}">
      <dgm:prSet/>
      <dgm:spPr/>
      <dgm:t>
        <a:bodyPr/>
        <a:lstStyle/>
        <a:p>
          <a:endParaRPr lang="en-US"/>
        </a:p>
      </dgm:t>
    </dgm:pt>
    <dgm:pt modelId="{E0683304-A2A7-44CC-9DF3-1A7BBC50AC76}">
      <dgm:prSet/>
      <dgm:spPr/>
      <dgm:t>
        <a:bodyPr/>
        <a:lstStyle/>
        <a:p>
          <a:r>
            <a:rPr lang="en-US" b="0" i="0" baseline="0"/>
            <a:t>There are no real-time updates or easy ways to engage attendees.</a:t>
          </a:r>
          <a:endParaRPr lang="en-US"/>
        </a:p>
      </dgm:t>
    </dgm:pt>
    <dgm:pt modelId="{B07415BE-7543-466B-B61A-E9501FEE5745}" type="parTrans" cxnId="{178E2E01-A601-4DDB-889D-7C0B5AF917B0}">
      <dgm:prSet/>
      <dgm:spPr/>
      <dgm:t>
        <a:bodyPr/>
        <a:lstStyle/>
        <a:p>
          <a:endParaRPr lang="en-US"/>
        </a:p>
      </dgm:t>
    </dgm:pt>
    <dgm:pt modelId="{A3D5B867-430C-4C71-B18C-9AF4D950F203}" type="sibTrans" cxnId="{178E2E01-A601-4DDB-889D-7C0B5AF917B0}">
      <dgm:prSet/>
      <dgm:spPr/>
      <dgm:t>
        <a:bodyPr/>
        <a:lstStyle/>
        <a:p>
          <a:endParaRPr lang="en-US"/>
        </a:p>
      </dgm:t>
    </dgm:pt>
    <dgm:pt modelId="{DD649856-7CF0-476A-80E4-2A66749164A1}" type="pres">
      <dgm:prSet presAssocID="{E99D6AAA-55D4-4EB7-8840-D4940AC062C7}" presName="root" presStyleCnt="0">
        <dgm:presLayoutVars>
          <dgm:dir/>
          <dgm:resizeHandles val="exact"/>
        </dgm:presLayoutVars>
      </dgm:prSet>
      <dgm:spPr/>
    </dgm:pt>
    <dgm:pt modelId="{78F91014-4278-44D1-A8FA-25CD9452C87A}" type="pres">
      <dgm:prSet presAssocID="{502EB295-57DF-46BD-9DC2-4A96BDDDBA55}" presName="compNode" presStyleCnt="0"/>
      <dgm:spPr/>
    </dgm:pt>
    <dgm:pt modelId="{4EF4E190-88FB-40E4-A854-FDF8E2D2B91F}" type="pres">
      <dgm:prSet presAssocID="{502EB295-57DF-46BD-9DC2-4A96BDDDBA55}" presName="bgRect" presStyleLbl="bgShp" presStyleIdx="0" presStyleCnt="4"/>
      <dgm:spPr/>
    </dgm:pt>
    <dgm:pt modelId="{544A501E-BE3A-48FD-9959-46C565FBDAEF}" type="pres">
      <dgm:prSet presAssocID="{502EB295-57DF-46BD-9DC2-4A96BDDDBA5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DBFC8823-2370-4193-B139-D3A0F8012E01}" type="pres">
      <dgm:prSet presAssocID="{502EB295-57DF-46BD-9DC2-4A96BDDDBA55}" presName="spaceRect" presStyleCnt="0"/>
      <dgm:spPr/>
    </dgm:pt>
    <dgm:pt modelId="{FBCE67B2-A5FC-491C-B5D8-9F781D7CC0D3}" type="pres">
      <dgm:prSet presAssocID="{502EB295-57DF-46BD-9DC2-4A96BDDDBA55}" presName="parTx" presStyleLbl="revTx" presStyleIdx="0" presStyleCnt="4">
        <dgm:presLayoutVars>
          <dgm:chMax val="0"/>
          <dgm:chPref val="0"/>
        </dgm:presLayoutVars>
      </dgm:prSet>
      <dgm:spPr/>
    </dgm:pt>
    <dgm:pt modelId="{0A581405-4CEC-4AE1-8BFD-4A5ED1AA99B0}" type="pres">
      <dgm:prSet presAssocID="{8677DFEF-C78D-4B8C-81FE-8C57B7993A16}" presName="sibTrans" presStyleCnt="0"/>
      <dgm:spPr/>
    </dgm:pt>
    <dgm:pt modelId="{721F221E-B8D3-45EA-837D-5B0C340D33E8}" type="pres">
      <dgm:prSet presAssocID="{6814AF4B-A309-4C55-91F4-07F01963F866}" presName="compNode" presStyleCnt="0"/>
      <dgm:spPr/>
    </dgm:pt>
    <dgm:pt modelId="{8DBCF59F-F3A9-4455-8BBC-5A61B4ADAB86}" type="pres">
      <dgm:prSet presAssocID="{6814AF4B-A309-4C55-91F4-07F01963F866}" presName="bgRect" presStyleLbl="bgShp" presStyleIdx="1" presStyleCnt="4"/>
      <dgm:spPr/>
    </dgm:pt>
    <dgm:pt modelId="{14711CA7-0321-4EDB-8E29-DBF5BED70204}" type="pres">
      <dgm:prSet presAssocID="{6814AF4B-A309-4C55-91F4-07F01963F86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B3F79674-425A-4BDB-87C9-2A8FD23BEFD9}" type="pres">
      <dgm:prSet presAssocID="{6814AF4B-A309-4C55-91F4-07F01963F866}" presName="spaceRect" presStyleCnt="0"/>
      <dgm:spPr/>
    </dgm:pt>
    <dgm:pt modelId="{A3432F0A-F0F8-48C9-9AD3-687A9B863276}" type="pres">
      <dgm:prSet presAssocID="{6814AF4B-A309-4C55-91F4-07F01963F866}" presName="parTx" presStyleLbl="revTx" presStyleIdx="1" presStyleCnt="4">
        <dgm:presLayoutVars>
          <dgm:chMax val="0"/>
          <dgm:chPref val="0"/>
        </dgm:presLayoutVars>
      </dgm:prSet>
      <dgm:spPr/>
    </dgm:pt>
    <dgm:pt modelId="{417D3DFC-CF45-423B-A4E1-B86327279311}" type="pres">
      <dgm:prSet presAssocID="{C7A8FAEA-9714-4022-B8DA-71999F3F5C6B}" presName="sibTrans" presStyleCnt="0"/>
      <dgm:spPr/>
    </dgm:pt>
    <dgm:pt modelId="{DB2BEC25-054D-4F42-AB7A-1CF7D356A64F}" type="pres">
      <dgm:prSet presAssocID="{7A119B95-0525-4430-83F8-02CBB490913B}" presName="compNode" presStyleCnt="0"/>
      <dgm:spPr/>
    </dgm:pt>
    <dgm:pt modelId="{72EB5113-EF57-4F4E-9BC8-E365E7674F81}" type="pres">
      <dgm:prSet presAssocID="{7A119B95-0525-4430-83F8-02CBB490913B}" presName="bgRect" presStyleLbl="bgShp" presStyleIdx="2" presStyleCnt="4"/>
      <dgm:spPr/>
    </dgm:pt>
    <dgm:pt modelId="{51263CC5-5DEF-47F6-A120-F455D803908A}" type="pres">
      <dgm:prSet presAssocID="{7A119B95-0525-4430-83F8-02CBB490913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5B3D2B05-6EAB-45FE-AC81-90D0052CF1C7}" type="pres">
      <dgm:prSet presAssocID="{7A119B95-0525-4430-83F8-02CBB490913B}" presName="spaceRect" presStyleCnt="0"/>
      <dgm:spPr/>
    </dgm:pt>
    <dgm:pt modelId="{71EADD45-52E8-476A-AC5B-A8F4C4684D76}" type="pres">
      <dgm:prSet presAssocID="{7A119B95-0525-4430-83F8-02CBB490913B}" presName="parTx" presStyleLbl="revTx" presStyleIdx="2" presStyleCnt="4">
        <dgm:presLayoutVars>
          <dgm:chMax val="0"/>
          <dgm:chPref val="0"/>
        </dgm:presLayoutVars>
      </dgm:prSet>
      <dgm:spPr/>
    </dgm:pt>
    <dgm:pt modelId="{4F9F99E2-011C-4A05-B662-347029DD0AF6}" type="pres">
      <dgm:prSet presAssocID="{04E514E1-9D52-4851-AEE8-E92D282C9E60}" presName="sibTrans" presStyleCnt="0"/>
      <dgm:spPr/>
    </dgm:pt>
    <dgm:pt modelId="{7C8117B6-FC53-4E12-A556-9315DBB5BBE5}" type="pres">
      <dgm:prSet presAssocID="{E0683304-A2A7-44CC-9DF3-1A7BBC50AC76}" presName="compNode" presStyleCnt="0"/>
      <dgm:spPr/>
    </dgm:pt>
    <dgm:pt modelId="{87E9539B-335A-4B82-A9A9-BEEE3ED94082}" type="pres">
      <dgm:prSet presAssocID="{E0683304-A2A7-44CC-9DF3-1A7BBC50AC76}" presName="bgRect" presStyleLbl="bgShp" presStyleIdx="3" presStyleCnt="4"/>
      <dgm:spPr/>
    </dgm:pt>
    <dgm:pt modelId="{026E0E7D-50F4-4D1D-888D-ACD3D0DF64A8}" type="pres">
      <dgm:prSet presAssocID="{E0683304-A2A7-44CC-9DF3-1A7BBC50AC7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9391AA13-762B-488D-B39B-6760F1785E82}" type="pres">
      <dgm:prSet presAssocID="{E0683304-A2A7-44CC-9DF3-1A7BBC50AC76}" presName="spaceRect" presStyleCnt="0"/>
      <dgm:spPr/>
    </dgm:pt>
    <dgm:pt modelId="{D2B74F20-9BC0-48F1-8091-6965D354C605}" type="pres">
      <dgm:prSet presAssocID="{E0683304-A2A7-44CC-9DF3-1A7BBC50AC7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78E2E01-A601-4DDB-889D-7C0B5AF917B0}" srcId="{E99D6AAA-55D4-4EB7-8840-D4940AC062C7}" destId="{E0683304-A2A7-44CC-9DF3-1A7BBC50AC76}" srcOrd="3" destOrd="0" parTransId="{B07415BE-7543-466B-B61A-E9501FEE5745}" sibTransId="{A3D5B867-430C-4C71-B18C-9AF4D950F203}"/>
    <dgm:cxn modelId="{DD21D12B-E37C-4523-82E0-70E34B59F008}" type="presOf" srcId="{E99D6AAA-55D4-4EB7-8840-D4940AC062C7}" destId="{DD649856-7CF0-476A-80E4-2A66749164A1}" srcOrd="0" destOrd="0" presId="urn:microsoft.com/office/officeart/2018/2/layout/IconVerticalSolidList"/>
    <dgm:cxn modelId="{7FB54138-D5E2-4C91-A625-C53D64CDD90A}" type="presOf" srcId="{7A119B95-0525-4430-83F8-02CBB490913B}" destId="{71EADD45-52E8-476A-AC5B-A8F4C4684D76}" srcOrd="0" destOrd="0" presId="urn:microsoft.com/office/officeart/2018/2/layout/IconVerticalSolidList"/>
    <dgm:cxn modelId="{B5C47B3E-A62E-46CB-9B8D-C8D1BCD53471}" srcId="{E99D6AAA-55D4-4EB7-8840-D4940AC062C7}" destId="{7A119B95-0525-4430-83F8-02CBB490913B}" srcOrd="2" destOrd="0" parTransId="{266D50E4-321F-4A33-8B89-52DE551DD9CD}" sibTransId="{04E514E1-9D52-4851-AEE8-E92D282C9E60}"/>
    <dgm:cxn modelId="{5F846457-0B32-4F84-B026-738076CACCC2}" srcId="{E99D6AAA-55D4-4EB7-8840-D4940AC062C7}" destId="{6814AF4B-A309-4C55-91F4-07F01963F866}" srcOrd="1" destOrd="0" parTransId="{FBC3FA2D-C976-4AB3-822C-7390C1C1277B}" sibTransId="{C7A8FAEA-9714-4022-B8DA-71999F3F5C6B}"/>
    <dgm:cxn modelId="{2FF023CC-CF34-4816-92AF-6E5B1B7ADE34}" type="presOf" srcId="{E0683304-A2A7-44CC-9DF3-1A7BBC50AC76}" destId="{D2B74F20-9BC0-48F1-8091-6965D354C605}" srcOrd="0" destOrd="0" presId="urn:microsoft.com/office/officeart/2018/2/layout/IconVerticalSolidList"/>
    <dgm:cxn modelId="{048FE9DD-85EE-4A02-91C2-53FE5A21BC34}" srcId="{E99D6AAA-55D4-4EB7-8840-D4940AC062C7}" destId="{502EB295-57DF-46BD-9DC2-4A96BDDDBA55}" srcOrd="0" destOrd="0" parTransId="{D812B865-2FCF-4905-B8C6-965741778CD3}" sibTransId="{8677DFEF-C78D-4B8C-81FE-8C57B7993A16}"/>
    <dgm:cxn modelId="{496735F0-84A2-4296-8392-9B2AD2B28E65}" type="presOf" srcId="{502EB295-57DF-46BD-9DC2-4A96BDDDBA55}" destId="{FBCE67B2-A5FC-491C-B5D8-9F781D7CC0D3}" srcOrd="0" destOrd="0" presId="urn:microsoft.com/office/officeart/2018/2/layout/IconVerticalSolidList"/>
    <dgm:cxn modelId="{F8852DF3-292A-46CA-AAB1-68E3CCF0F69A}" type="presOf" srcId="{6814AF4B-A309-4C55-91F4-07F01963F866}" destId="{A3432F0A-F0F8-48C9-9AD3-687A9B863276}" srcOrd="0" destOrd="0" presId="urn:microsoft.com/office/officeart/2018/2/layout/IconVerticalSolidList"/>
    <dgm:cxn modelId="{7121270E-6AB7-4C7D-AC09-B9A365F63C65}" type="presParOf" srcId="{DD649856-7CF0-476A-80E4-2A66749164A1}" destId="{78F91014-4278-44D1-A8FA-25CD9452C87A}" srcOrd="0" destOrd="0" presId="urn:microsoft.com/office/officeart/2018/2/layout/IconVerticalSolidList"/>
    <dgm:cxn modelId="{BC65F76C-4138-4F6A-AA3C-B65A435308D5}" type="presParOf" srcId="{78F91014-4278-44D1-A8FA-25CD9452C87A}" destId="{4EF4E190-88FB-40E4-A854-FDF8E2D2B91F}" srcOrd="0" destOrd="0" presId="urn:microsoft.com/office/officeart/2018/2/layout/IconVerticalSolidList"/>
    <dgm:cxn modelId="{EFAD5F77-E71C-414C-83E4-A3BC613E1923}" type="presParOf" srcId="{78F91014-4278-44D1-A8FA-25CD9452C87A}" destId="{544A501E-BE3A-48FD-9959-46C565FBDAEF}" srcOrd="1" destOrd="0" presId="urn:microsoft.com/office/officeart/2018/2/layout/IconVerticalSolidList"/>
    <dgm:cxn modelId="{06E6A63B-EB8E-4318-B711-86AD9766DA5D}" type="presParOf" srcId="{78F91014-4278-44D1-A8FA-25CD9452C87A}" destId="{DBFC8823-2370-4193-B139-D3A0F8012E01}" srcOrd="2" destOrd="0" presId="urn:microsoft.com/office/officeart/2018/2/layout/IconVerticalSolidList"/>
    <dgm:cxn modelId="{AAD0835E-FAB4-47FD-9156-183D098AAEDA}" type="presParOf" srcId="{78F91014-4278-44D1-A8FA-25CD9452C87A}" destId="{FBCE67B2-A5FC-491C-B5D8-9F781D7CC0D3}" srcOrd="3" destOrd="0" presId="urn:microsoft.com/office/officeart/2018/2/layout/IconVerticalSolidList"/>
    <dgm:cxn modelId="{E95B2526-045F-41B1-8522-6FAA97232459}" type="presParOf" srcId="{DD649856-7CF0-476A-80E4-2A66749164A1}" destId="{0A581405-4CEC-4AE1-8BFD-4A5ED1AA99B0}" srcOrd="1" destOrd="0" presId="urn:microsoft.com/office/officeart/2018/2/layout/IconVerticalSolidList"/>
    <dgm:cxn modelId="{76BBC85E-379E-4516-AAD8-2B24A51CB397}" type="presParOf" srcId="{DD649856-7CF0-476A-80E4-2A66749164A1}" destId="{721F221E-B8D3-45EA-837D-5B0C340D33E8}" srcOrd="2" destOrd="0" presId="urn:microsoft.com/office/officeart/2018/2/layout/IconVerticalSolidList"/>
    <dgm:cxn modelId="{4AEA4390-5EC0-44A7-A489-546308697192}" type="presParOf" srcId="{721F221E-B8D3-45EA-837D-5B0C340D33E8}" destId="{8DBCF59F-F3A9-4455-8BBC-5A61B4ADAB86}" srcOrd="0" destOrd="0" presId="urn:microsoft.com/office/officeart/2018/2/layout/IconVerticalSolidList"/>
    <dgm:cxn modelId="{D21A47CD-356E-4615-A7E5-CC54C35678F3}" type="presParOf" srcId="{721F221E-B8D3-45EA-837D-5B0C340D33E8}" destId="{14711CA7-0321-4EDB-8E29-DBF5BED70204}" srcOrd="1" destOrd="0" presId="urn:microsoft.com/office/officeart/2018/2/layout/IconVerticalSolidList"/>
    <dgm:cxn modelId="{A93C75D1-7B6D-4742-B808-9CFFAF943367}" type="presParOf" srcId="{721F221E-B8D3-45EA-837D-5B0C340D33E8}" destId="{B3F79674-425A-4BDB-87C9-2A8FD23BEFD9}" srcOrd="2" destOrd="0" presId="urn:microsoft.com/office/officeart/2018/2/layout/IconVerticalSolidList"/>
    <dgm:cxn modelId="{19B8D297-6577-4D72-A9F2-C409D829CA5C}" type="presParOf" srcId="{721F221E-B8D3-45EA-837D-5B0C340D33E8}" destId="{A3432F0A-F0F8-48C9-9AD3-687A9B863276}" srcOrd="3" destOrd="0" presId="urn:microsoft.com/office/officeart/2018/2/layout/IconVerticalSolidList"/>
    <dgm:cxn modelId="{69E267BC-9D61-4CC1-A4E5-139F83E520BE}" type="presParOf" srcId="{DD649856-7CF0-476A-80E4-2A66749164A1}" destId="{417D3DFC-CF45-423B-A4E1-B86327279311}" srcOrd="3" destOrd="0" presId="urn:microsoft.com/office/officeart/2018/2/layout/IconVerticalSolidList"/>
    <dgm:cxn modelId="{4E379521-2E54-44E6-825C-9382256ECCB6}" type="presParOf" srcId="{DD649856-7CF0-476A-80E4-2A66749164A1}" destId="{DB2BEC25-054D-4F42-AB7A-1CF7D356A64F}" srcOrd="4" destOrd="0" presId="urn:microsoft.com/office/officeart/2018/2/layout/IconVerticalSolidList"/>
    <dgm:cxn modelId="{6D52BF3E-EE9B-4E3C-BF19-0316B01D08BD}" type="presParOf" srcId="{DB2BEC25-054D-4F42-AB7A-1CF7D356A64F}" destId="{72EB5113-EF57-4F4E-9BC8-E365E7674F81}" srcOrd="0" destOrd="0" presId="urn:microsoft.com/office/officeart/2018/2/layout/IconVerticalSolidList"/>
    <dgm:cxn modelId="{39F4FCBC-2A58-48F4-9269-3914CD52AC3F}" type="presParOf" srcId="{DB2BEC25-054D-4F42-AB7A-1CF7D356A64F}" destId="{51263CC5-5DEF-47F6-A120-F455D803908A}" srcOrd="1" destOrd="0" presId="urn:microsoft.com/office/officeart/2018/2/layout/IconVerticalSolidList"/>
    <dgm:cxn modelId="{94E451AA-4F0B-4A93-9E12-D2DEAB85E75D}" type="presParOf" srcId="{DB2BEC25-054D-4F42-AB7A-1CF7D356A64F}" destId="{5B3D2B05-6EAB-45FE-AC81-90D0052CF1C7}" srcOrd="2" destOrd="0" presId="urn:microsoft.com/office/officeart/2018/2/layout/IconVerticalSolidList"/>
    <dgm:cxn modelId="{67E49CA9-F231-4838-AA2A-D31F3BAA0823}" type="presParOf" srcId="{DB2BEC25-054D-4F42-AB7A-1CF7D356A64F}" destId="{71EADD45-52E8-476A-AC5B-A8F4C4684D76}" srcOrd="3" destOrd="0" presId="urn:microsoft.com/office/officeart/2018/2/layout/IconVerticalSolidList"/>
    <dgm:cxn modelId="{41A9E729-7A25-4827-925A-EBF5671981E4}" type="presParOf" srcId="{DD649856-7CF0-476A-80E4-2A66749164A1}" destId="{4F9F99E2-011C-4A05-B662-347029DD0AF6}" srcOrd="5" destOrd="0" presId="urn:microsoft.com/office/officeart/2018/2/layout/IconVerticalSolidList"/>
    <dgm:cxn modelId="{88E2A480-9F1B-4A3A-8200-D1F04BE1034E}" type="presParOf" srcId="{DD649856-7CF0-476A-80E4-2A66749164A1}" destId="{7C8117B6-FC53-4E12-A556-9315DBB5BBE5}" srcOrd="6" destOrd="0" presId="urn:microsoft.com/office/officeart/2018/2/layout/IconVerticalSolidList"/>
    <dgm:cxn modelId="{6A21893B-2C95-4DF8-84E5-206C44AFE9EE}" type="presParOf" srcId="{7C8117B6-FC53-4E12-A556-9315DBB5BBE5}" destId="{87E9539B-335A-4B82-A9A9-BEEE3ED94082}" srcOrd="0" destOrd="0" presId="urn:microsoft.com/office/officeart/2018/2/layout/IconVerticalSolidList"/>
    <dgm:cxn modelId="{59181F30-6CA7-4440-82A9-B6AD08D9C0C9}" type="presParOf" srcId="{7C8117B6-FC53-4E12-A556-9315DBB5BBE5}" destId="{026E0E7D-50F4-4D1D-888D-ACD3D0DF64A8}" srcOrd="1" destOrd="0" presId="urn:microsoft.com/office/officeart/2018/2/layout/IconVerticalSolidList"/>
    <dgm:cxn modelId="{CFB7E80A-7673-4F1F-BBB4-0B449F4BBF4F}" type="presParOf" srcId="{7C8117B6-FC53-4E12-A556-9315DBB5BBE5}" destId="{9391AA13-762B-488D-B39B-6760F1785E82}" srcOrd="2" destOrd="0" presId="urn:microsoft.com/office/officeart/2018/2/layout/IconVerticalSolidList"/>
    <dgm:cxn modelId="{499E08F9-9673-4455-8FA8-58E851EC89A7}" type="presParOf" srcId="{7C8117B6-FC53-4E12-A556-9315DBB5BBE5}" destId="{D2B74F20-9BC0-48F1-8091-6965D354C60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877CFEB-FFEA-4AFB-B3D5-E5107A9B591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0666DF6-306D-4FF5-A03F-8FA768570543}">
      <dgm:prSet/>
      <dgm:spPr/>
      <dgm:t>
        <a:bodyPr/>
        <a:lstStyle/>
        <a:p>
          <a:r>
            <a:rPr lang="en-US"/>
            <a:t>To make event creation and management easy in one platform.</a:t>
          </a:r>
        </a:p>
      </dgm:t>
    </dgm:pt>
    <dgm:pt modelId="{63585D8E-B01E-4C8D-A0B9-7708FF95388B}" type="parTrans" cxnId="{FF3A01E1-072C-4E56-90FA-FB5DB148C68E}">
      <dgm:prSet/>
      <dgm:spPr/>
      <dgm:t>
        <a:bodyPr/>
        <a:lstStyle/>
        <a:p>
          <a:endParaRPr lang="en-US"/>
        </a:p>
      </dgm:t>
    </dgm:pt>
    <dgm:pt modelId="{FA9FBF6C-5959-4505-AA1C-106668F240C7}" type="sibTrans" cxnId="{FF3A01E1-072C-4E56-90FA-FB5DB148C68E}">
      <dgm:prSet/>
      <dgm:spPr/>
      <dgm:t>
        <a:bodyPr/>
        <a:lstStyle/>
        <a:p>
          <a:endParaRPr lang="en-US"/>
        </a:p>
      </dgm:t>
    </dgm:pt>
    <dgm:pt modelId="{AF2565CE-6A04-4B35-9A54-5717C187E0E1}">
      <dgm:prSet/>
      <dgm:spPr/>
      <dgm:t>
        <a:bodyPr/>
        <a:lstStyle/>
        <a:p>
          <a:r>
            <a:rPr lang="en-US"/>
            <a:t>To help users quickly find and book events.</a:t>
          </a:r>
        </a:p>
      </dgm:t>
    </dgm:pt>
    <dgm:pt modelId="{568057C8-2A56-4436-9DE2-08307F167124}" type="parTrans" cxnId="{8F340747-1B6A-4B10-9700-209DCE400772}">
      <dgm:prSet/>
      <dgm:spPr/>
      <dgm:t>
        <a:bodyPr/>
        <a:lstStyle/>
        <a:p>
          <a:endParaRPr lang="en-US"/>
        </a:p>
      </dgm:t>
    </dgm:pt>
    <dgm:pt modelId="{7D7FB438-9EB0-42A6-A707-EC6609B80440}" type="sibTrans" cxnId="{8F340747-1B6A-4B10-9700-209DCE400772}">
      <dgm:prSet/>
      <dgm:spPr/>
      <dgm:t>
        <a:bodyPr/>
        <a:lstStyle/>
        <a:p>
          <a:endParaRPr lang="en-US"/>
        </a:p>
      </dgm:t>
    </dgm:pt>
    <dgm:pt modelId="{BAE46CA2-E22F-42C3-83BD-638333CE3272}">
      <dgm:prSet/>
      <dgm:spPr/>
      <dgm:t>
        <a:bodyPr/>
        <a:lstStyle/>
        <a:p>
          <a:r>
            <a:rPr lang="en-US"/>
            <a:t>To give organizers better reach and easy data handling.</a:t>
          </a:r>
        </a:p>
      </dgm:t>
    </dgm:pt>
    <dgm:pt modelId="{867F0D49-1B1E-42B3-95E7-843C21FB2E5A}" type="parTrans" cxnId="{249303D4-F39D-4C64-A299-2751F83A2D36}">
      <dgm:prSet/>
      <dgm:spPr/>
      <dgm:t>
        <a:bodyPr/>
        <a:lstStyle/>
        <a:p>
          <a:endParaRPr lang="en-US"/>
        </a:p>
      </dgm:t>
    </dgm:pt>
    <dgm:pt modelId="{22B61077-8A2A-4B3C-ACCC-BF81327112CA}" type="sibTrans" cxnId="{249303D4-F39D-4C64-A299-2751F83A2D36}">
      <dgm:prSet/>
      <dgm:spPr/>
      <dgm:t>
        <a:bodyPr/>
        <a:lstStyle/>
        <a:p>
          <a:endParaRPr lang="en-US"/>
        </a:p>
      </dgm:t>
    </dgm:pt>
    <dgm:pt modelId="{89DBC4F4-8671-487C-8315-5A93669222C5}">
      <dgm:prSet/>
      <dgm:spPr/>
      <dgm:t>
        <a:bodyPr/>
        <a:lstStyle/>
        <a:p>
          <a:r>
            <a:rPr lang="en-US"/>
            <a:t>To use modern MERN technology for a smooth and scalable system.</a:t>
          </a:r>
        </a:p>
      </dgm:t>
    </dgm:pt>
    <dgm:pt modelId="{0706A504-BF8D-416B-8CEF-03BDB423A24D}" type="parTrans" cxnId="{2AF28B7D-59EC-441D-8C66-BF6B6BB02A5C}">
      <dgm:prSet/>
      <dgm:spPr/>
      <dgm:t>
        <a:bodyPr/>
        <a:lstStyle/>
        <a:p>
          <a:endParaRPr lang="en-US"/>
        </a:p>
      </dgm:t>
    </dgm:pt>
    <dgm:pt modelId="{86329D40-320E-4793-BE5D-CC0BB9B6C831}" type="sibTrans" cxnId="{2AF28B7D-59EC-441D-8C66-BF6B6BB02A5C}">
      <dgm:prSet/>
      <dgm:spPr/>
      <dgm:t>
        <a:bodyPr/>
        <a:lstStyle/>
        <a:p>
          <a:endParaRPr lang="en-US"/>
        </a:p>
      </dgm:t>
    </dgm:pt>
    <dgm:pt modelId="{B18387F4-8FFD-4E3F-A36A-3CD8E1A7EB70}" type="pres">
      <dgm:prSet presAssocID="{0877CFEB-FFEA-4AFB-B3D5-E5107A9B5919}" presName="root" presStyleCnt="0">
        <dgm:presLayoutVars>
          <dgm:dir/>
          <dgm:resizeHandles val="exact"/>
        </dgm:presLayoutVars>
      </dgm:prSet>
      <dgm:spPr/>
    </dgm:pt>
    <dgm:pt modelId="{FF616BEC-C628-4959-841A-DEA7721A62C4}" type="pres">
      <dgm:prSet presAssocID="{60666DF6-306D-4FF5-A03F-8FA768570543}" presName="compNode" presStyleCnt="0"/>
      <dgm:spPr/>
    </dgm:pt>
    <dgm:pt modelId="{2A4E12A7-3DF6-41F0-B98C-5C74BC98C684}" type="pres">
      <dgm:prSet presAssocID="{60666DF6-306D-4FF5-A03F-8FA768570543}" presName="bgRect" presStyleLbl="bgShp" presStyleIdx="0" presStyleCnt="4"/>
      <dgm:spPr/>
    </dgm:pt>
    <dgm:pt modelId="{E7AEA85A-0791-41B8-BEB7-49D9EAD34A64}" type="pres">
      <dgm:prSet presAssocID="{60666DF6-306D-4FF5-A03F-8FA76857054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D147D86-3E9C-478A-B390-F465D39B4006}" type="pres">
      <dgm:prSet presAssocID="{60666DF6-306D-4FF5-A03F-8FA768570543}" presName="spaceRect" presStyleCnt="0"/>
      <dgm:spPr/>
    </dgm:pt>
    <dgm:pt modelId="{B46AC046-7098-4F5C-A379-F0167F7E323C}" type="pres">
      <dgm:prSet presAssocID="{60666DF6-306D-4FF5-A03F-8FA768570543}" presName="parTx" presStyleLbl="revTx" presStyleIdx="0" presStyleCnt="4">
        <dgm:presLayoutVars>
          <dgm:chMax val="0"/>
          <dgm:chPref val="0"/>
        </dgm:presLayoutVars>
      </dgm:prSet>
      <dgm:spPr/>
    </dgm:pt>
    <dgm:pt modelId="{9F2B5796-7B7C-4A0B-8408-11000239772D}" type="pres">
      <dgm:prSet presAssocID="{FA9FBF6C-5959-4505-AA1C-106668F240C7}" presName="sibTrans" presStyleCnt="0"/>
      <dgm:spPr/>
    </dgm:pt>
    <dgm:pt modelId="{A7825E40-93C7-4632-9D6F-B0351C5799AD}" type="pres">
      <dgm:prSet presAssocID="{AF2565CE-6A04-4B35-9A54-5717C187E0E1}" presName="compNode" presStyleCnt="0"/>
      <dgm:spPr/>
    </dgm:pt>
    <dgm:pt modelId="{2E897EC2-D8F3-4D6F-8FA0-997E04891EBE}" type="pres">
      <dgm:prSet presAssocID="{AF2565CE-6A04-4B35-9A54-5717C187E0E1}" presName="bgRect" presStyleLbl="bgShp" presStyleIdx="1" presStyleCnt="4"/>
      <dgm:spPr/>
    </dgm:pt>
    <dgm:pt modelId="{CFF86B33-9D57-4FB9-A381-A3B3DE4E9BBB}" type="pres">
      <dgm:prSet presAssocID="{AF2565CE-6A04-4B35-9A54-5717C187E0E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2FCA4987-2549-474B-9266-3026AC3DED72}" type="pres">
      <dgm:prSet presAssocID="{AF2565CE-6A04-4B35-9A54-5717C187E0E1}" presName="spaceRect" presStyleCnt="0"/>
      <dgm:spPr/>
    </dgm:pt>
    <dgm:pt modelId="{12C5726D-9E72-4604-BF29-225171F2800F}" type="pres">
      <dgm:prSet presAssocID="{AF2565CE-6A04-4B35-9A54-5717C187E0E1}" presName="parTx" presStyleLbl="revTx" presStyleIdx="1" presStyleCnt="4">
        <dgm:presLayoutVars>
          <dgm:chMax val="0"/>
          <dgm:chPref val="0"/>
        </dgm:presLayoutVars>
      </dgm:prSet>
      <dgm:spPr/>
    </dgm:pt>
    <dgm:pt modelId="{5430D86E-E935-4FB2-A367-56EC5EBAD591}" type="pres">
      <dgm:prSet presAssocID="{7D7FB438-9EB0-42A6-A707-EC6609B80440}" presName="sibTrans" presStyleCnt="0"/>
      <dgm:spPr/>
    </dgm:pt>
    <dgm:pt modelId="{FF8B8FB6-6123-4063-8239-21A0E9E25E37}" type="pres">
      <dgm:prSet presAssocID="{BAE46CA2-E22F-42C3-83BD-638333CE3272}" presName="compNode" presStyleCnt="0"/>
      <dgm:spPr/>
    </dgm:pt>
    <dgm:pt modelId="{6E3ADD4B-78B7-410F-82A4-31F92CA84231}" type="pres">
      <dgm:prSet presAssocID="{BAE46CA2-E22F-42C3-83BD-638333CE3272}" presName="bgRect" presStyleLbl="bgShp" presStyleIdx="2" presStyleCnt="4"/>
      <dgm:spPr/>
    </dgm:pt>
    <dgm:pt modelId="{50AF6EEC-28D7-44F3-8C23-E663A6CAFB70}" type="pres">
      <dgm:prSet presAssocID="{BAE46CA2-E22F-42C3-83BD-638333CE327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D787E9BB-E311-4E2A-A1AB-B3353CF5F456}" type="pres">
      <dgm:prSet presAssocID="{BAE46CA2-E22F-42C3-83BD-638333CE3272}" presName="spaceRect" presStyleCnt="0"/>
      <dgm:spPr/>
    </dgm:pt>
    <dgm:pt modelId="{79A1D8F0-B172-429B-8175-94F35E10E8B2}" type="pres">
      <dgm:prSet presAssocID="{BAE46CA2-E22F-42C3-83BD-638333CE3272}" presName="parTx" presStyleLbl="revTx" presStyleIdx="2" presStyleCnt="4">
        <dgm:presLayoutVars>
          <dgm:chMax val="0"/>
          <dgm:chPref val="0"/>
        </dgm:presLayoutVars>
      </dgm:prSet>
      <dgm:spPr/>
    </dgm:pt>
    <dgm:pt modelId="{81874C6C-CE50-4A94-A282-186949279CEE}" type="pres">
      <dgm:prSet presAssocID="{22B61077-8A2A-4B3C-ACCC-BF81327112CA}" presName="sibTrans" presStyleCnt="0"/>
      <dgm:spPr/>
    </dgm:pt>
    <dgm:pt modelId="{F94F143D-E2B5-4675-9DF0-F1D16C420D71}" type="pres">
      <dgm:prSet presAssocID="{89DBC4F4-8671-487C-8315-5A93669222C5}" presName="compNode" presStyleCnt="0"/>
      <dgm:spPr/>
    </dgm:pt>
    <dgm:pt modelId="{FB3C90A3-A08A-4409-9E8C-2F5423172A22}" type="pres">
      <dgm:prSet presAssocID="{89DBC4F4-8671-487C-8315-5A93669222C5}" presName="bgRect" presStyleLbl="bgShp" presStyleIdx="3" presStyleCnt="4"/>
      <dgm:spPr/>
    </dgm:pt>
    <dgm:pt modelId="{FCACEB52-98EC-47C2-A9B7-ECFBA04216DD}" type="pres">
      <dgm:prSet presAssocID="{89DBC4F4-8671-487C-8315-5A93669222C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A3BB7B4-DE9F-4FE7-BACC-FC094D48EE38}" type="pres">
      <dgm:prSet presAssocID="{89DBC4F4-8671-487C-8315-5A93669222C5}" presName="spaceRect" presStyleCnt="0"/>
      <dgm:spPr/>
    </dgm:pt>
    <dgm:pt modelId="{76774620-D63C-422E-BF71-7B5C3382E122}" type="pres">
      <dgm:prSet presAssocID="{89DBC4F4-8671-487C-8315-5A93669222C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D66FD0B-AFD5-4DD5-95D0-5D6F9B1FBA02}" type="presOf" srcId="{BAE46CA2-E22F-42C3-83BD-638333CE3272}" destId="{79A1D8F0-B172-429B-8175-94F35E10E8B2}" srcOrd="0" destOrd="0" presId="urn:microsoft.com/office/officeart/2018/2/layout/IconVerticalSolidList"/>
    <dgm:cxn modelId="{D28B1E10-15DE-4BDF-8A96-CA7B48B5E21F}" type="presOf" srcId="{89DBC4F4-8671-487C-8315-5A93669222C5}" destId="{76774620-D63C-422E-BF71-7B5C3382E122}" srcOrd="0" destOrd="0" presId="urn:microsoft.com/office/officeart/2018/2/layout/IconVerticalSolidList"/>
    <dgm:cxn modelId="{9C44532B-F195-45B5-9651-97B37EF71244}" type="presOf" srcId="{60666DF6-306D-4FF5-A03F-8FA768570543}" destId="{B46AC046-7098-4F5C-A379-F0167F7E323C}" srcOrd="0" destOrd="0" presId="urn:microsoft.com/office/officeart/2018/2/layout/IconVerticalSolidList"/>
    <dgm:cxn modelId="{8F340747-1B6A-4B10-9700-209DCE400772}" srcId="{0877CFEB-FFEA-4AFB-B3D5-E5107A9B5919}" destId="{AF2565CE-6A04-4B35-9A54-5717C187E0E1}" srcOrd="1" destOrd="0" parTransId="{568057C8-2A56-4436-9DE2-08307F167124}" sibTransId="{7D7FB438-9EB0-42A6-A707-EC6609B80440}"/>
    <dgm:cxn modelId="{2AF28B7D-59EC-441D-8C66-BF6B6BB02A5C}" srcId="{0877CFEB-FFEA-4AFB-B3D5-E5107A9B5919}" destId="{89DBC4F4-8671-487C-8315-5A93669222C5}" srcOrd="3" destOrd="0" parTransId="{0706A504-BF8D-416B-8CEF-03BDB423A24D}" sibTransId="{86329D40-320E-4793-BE5D-CC0BB9B6C831}"/>
    <dgm:cxn modelId="{D6D794A3-3CB4-44C8-9414-4C83CC79E874}" type="presOf" srcId="{0877CFEB-FFEA-4AFB-B3D5-E5107A9B5919}" destId="{B18387F4-8FFD-4E3F-A36A-3CD8E1A7EB70}" srcOrd="0" destOrd="0" presId="urn:microsoft.com/office/officeart/2018/2/layout/IconVerticalSolidList"/>
    <dgm:cxn modelId="{F1A01FB0-D53D-404F-819A-10D9DF8252E3}" type="presOf" srcId="{AF2565CE-6A04-4B35-9A54-5717C187E0E1}" destId="{12C5726D-9E72-4604-BF29-225171F2800F}" srcOrd="0" destOrd="0" presId="urn:microsoft.com/office/officeart/2018/2/layout/IconVerticalSolidList"/>
    <dgm:cxn modelId="{249303D4-F39D-4C64-A299-2751F83A2D36}" srcId="{0877CFEB-FFEA-4AFB-B3D5-E5107A9B5919}" destId="{BAE46CA2-E22F-42C3-83BD-638333CE3272}" srcOrd="2" destOrd="0" parTransId="{867F0D49-1B1E-42B3-95E7-843C21FB2E5A}" sibTransId="{22B61077-8A2A-4B3C-ACCC-BF81327112CA}"/>
    <dgm:cxn modelId="{FF3A01E1-072C-4E56-90FA-FB5DB148C68E}" srcId="{0877CFEB-FFEA-4AFB-B3D5-E5107A9B5919}" destId="{60666DF6-306D-4FF5-A03F-8FA768570543}" srcOrd="0" destOrd="0" parTransId="{63585D8E-B01E-4C8D-A0B9-7708FF95388B}" sibTransId="{FA9FBF6C-5959-4505-AA1C-106668F240C7}"/>
    <dgm:cxn modelId="{641F0875-FFD5-429B-AB8E-3CAA51AE7E3A}" type="presParOf" srcId="{B18387F4-8FFD-4E3F-A36A-3CD8E1A7EB70}" destId="{FF616BEC-C628-4959-841A-DEA7721A62C4}" srcOrd="0" destOrd="0" presId="urn:microsoft.com/office/officeart/2018/2/layout/IconVerticalSolidList"/>
    <dgm:cxn modelId="{8DA97C0D-F2DD-4D30-A775-9FFF11884B87}" type="presParOf" srcId="{FF616BEC-C628-4959-841A-DEA7721A62C4}" destId="{2A4E12A7-3DF6-41F0-B98C-5C74BC98C684}" srcOrd="0" destOrd="0" presId="urn:microsoft.com/office/officeart/2018/2/layout/IconVerticalSolidList"/>
    <dgm:cxn modelId="{0648CF91-0D42-453D-931F-3CF5616C2DED}" type="presParOf" srcId="{FF616BEC-C628-4959-841A-DEA7721A62C4}" destId="{E7AEA85A-0791-41B8-BEB7-49D9EAD34A64}" srcOrd="1" destOrd="0" presId="urn:microsoft.com/office/officeart/2018/2/layout/IconVerticalSolidList"/>
    <dgm:cxn modelId="{F21BCBD7-238E-4C6A-878C-312116258647}" type="presParOf" srcId="{FF616BEC-C628-4959-841A-DEA7721A62C4}" destId="{CD147D86-3E9C-478A-B390-F465D39B4006}" srcOrd="2" destOrd="0" presId="urn:microsoft.com/office/officeart/2018/2/layout/IconVerticalSolidList"/>
    <dgm:cxn modelId="{6BCAA3F8-A582-4B67-90BA-205241C072D7}" type="presParOf" srcId="{FF616BEC-C628-4959-841A-DEA7721A62C4}" destId="{B46AC046-7098-4F5C-A379-F0167F7E323C}" srcOrd="3" destOrd="0" presId="urn:microsoft.com/office/officeart/2018/2/layout/IconVerticalSolidList"/>
    <dgm:cxn modelId="{7A736D7D-2F5A-4A54-94CA-6D61F531E9B3}" type="presParOf" srcId="{B18387F4-8FFD-4E3F-A36A-3CD8E1A7EB70}" destId="{9F2B5796-7B7C-4A0B-8408-11000239772D}" srcOrd="1" destOrd="0" presId="urn:microsoft.com/office/officeart/2018/2/layout/IconVerticalSolidList"/>
    <dgm:cxn modelId="{745F229E-64A4-474C-95C0-A722100501D7}" type="presParOf" srcId="{B18387F4-8FFD-4E3F-A36A-3CD8E1A7EB70}" destId="{A7825E40-93C7-4632-9D6F-B0351C5799AD}" srcOrd="2" destOrd="0" presId="urn:microsoft.com/office/officeart/2018/2/layout/IconVerticalSolidList"/>
    <dgm:cxn modelId="{B54443A2-F820-4E14-9EFF-A9FFFFBFB344}" type="presParOf" srcId="{A7825E40-93C7-4632-9D6F-B0351C5799AD}" destId="{2E897EC2-D8F3-4D6F-8FA0-997E04891EBE}" srcOrd="0" destOrd="0" presId="urn:microsoft.com/office/officeart/2018/2/layout/IconVerticalSolidList"/>
    <dgm:cxn modelId="{63AFCEEB-4EC1-441C-A996-C607304AC964}" type="presParOf" srcId="{A7825E40-93C7-4632-9D6F-B0351C5799AD}" destId="{CFF86B33-9D57-4FB9-A381-A3B3DE4E9BBB}" srcOrd="1" destOrd="0" presId="urn:microsoft.com/office/officeart/2018/2/layout/IconVerticalSolidList"/>
    <dgm:cxn modelId="{9998F56E-395E-4B15-8A21-2608D33D2503}" type="presParOf" srcId="{A7825E40-93C7-4632-9D6F-B0351C5799AD}" destId="{2FCA4987-2549-474B-9266-3026AC3DED72}" srcOrd="2" destOrd="0" presId="urn:microsoft.com/office/officeart/2018/2/layout/IconVerticalSolidList"/>
    <dgm:cxn modelId="{8128D71B-EF80-470B-AE48-A1D99D8531E9}" type="presParOf" srcId="{A7825E40-93C7-4632-9D6F-B0351C5799AD}" destId="{12C5726D-9E72-4604-BF29-225171F2800F}" srcOrd="3" destOrd="0" presId="urn:microsoft.com/office/officeart/2018/2/layout/IconVerticalSolidList"/>
    <dgm:cxn modelId="{0DB3ECA9-5098-45C7-9323-C9741E807F70}" type="presParOf" srcId="{B18387F4-8FFD-4E3F-A36A-3CD8E1A7EB70}" destId="{5430D86E-E935-4FB2-A367-56EC5EBAD591}" srcOrd="3" destOrd="0" presId="urn:microsoft.com/office/officeart/2018/2/layout/IconVerticalSolidList"/>
    <dgm:cxn modelId="{EBD5C6E2-564E-4E9B-887D-342EFBB08044}" type="presParOf" srcId="{B18387F4-8FFD-4E3F-A36A-3CD8E1A7EB70}" destId="{FF8B8FB6-6123-4063-8239-21A0E9E25E37}" srcOrd="4" destOrd="0" presId="urn:microsoft.com/office/officeart/2018/2/layout/IconVerticalSolidList"/>
    <dgm:cxn modelId="{33DEB5D1-B4AF-46D6-B191-EC72E0B25BE6}" type="presParOf" srcId="{FF8B8FB6-6123-4063-8239-21A0E9E25E37}" destId="{6E3ADD4B-78B7-410F-82A4-31F92CA84231}" srcOrd="0" destOrd="0" presId="urn:microsoft.com/office/officeart/2018/2/layout/IconVerticalSolidList"/>
    <dgm:cxn modelId="{A9383810-3A28-4A2E-A993-1C54B45D3437}" type="presParOf" srcId="{FF8B8FB6-6123-4063-8239-21A0E9E25E37}" destId="{50AF6EEC-28D7-44F3-8C23-E663A6CAFB70}" srcOrd="1" destOrd="0" presId="urn:microsoft.com/office/officeart/2018/2/layout/IconVerticalSolidList"/>
    <dgm:cxn modelId="{ADC2F6AC-D502-44FD-B962-312891803600}" type="presParOf" srcId="{FF8B8FB6-6123-4063-8239-21A0E9E25E37}" destId="{D787E9BB-E311-4E2A-A1AB-B3353CF5F456}" srcOrd="2" destOrd="0" presId="urn:microsoft.com/office/officeart/2018/2/layout/IconVerticalSolidList"/>
    <dgm:cxn modelId="{42DAF7B9-7AB4-4C40-B830-D9F319673CEF}" type="presParOf" srcId="{FF8B8FB6-6123-4063-8239-21A0E9E25E37}" destId="{79A1D8F0-B172-429B-8175-94F35E10E8B2}" srcOrd="3" destOrd="0" presId="urn:microsoft.com/office/officeart/2018/2/layout/IconVerticalSolidList"/>
    <dgm:cxn modelId="{6FC8022E-06A1-402E-BA08-962AE4C63055}" type="presParOf" srcId="{B18387F4-8FFD-4E3F-A36A-3CD8E1A7EB70}" destId="{81874C6C-CE50-4A94-A282-186949279CEE}" srcOrd="5" destOrd="0" presId="urn:microsoft.com/office/officeart/2018/2/layout/IconVerticalSolidList"/>
    <dgm:cxn modelId="{9A387384-812B-41B4-9DA3-8D9C59283E74}" type="presParOf" srcId="{B18387F4-8FFD-4E3F-A36A-3CD8E1A7EB70}" destId="{F94F143D-E2B5-4675-9DF0-F1D16C420D71}" srcOrd="6" destOrd="0" presId="urn:microsoft.com/office/officeart/2018/2/layout/IconVerticalSolidList"/>
    <dgm:cxn modelId="{B289FE2B-57F8-4F95-BE38-07870E3D49FC}" type="presParOf" srcId="{F94F143D-E2B5-4675-9DF0-F1D16C420D71}" destId="{FB3C90A3-A08A-4409-9E8C-2F5423172A22}" srcOrd="0" destOrd="0" presId="urn:microsoft.com/office/officeart/2018/2/layout/IconVerticalSolidList"/>
    <dgm:cxn modelId="{1F04CC8D-C050-4E21-B2E4-66F0A770A7C1}" type="presParOf" srcId="{F94F143D-E2B5-4675-9DF0-F1D16C420D71}" destId="{FCACEB52-98EC-47C2-A9B7-ECFBA04216DD}" srcOrd="1" destOrd="0" presId="urn:microsoft.com/office/officeart/2018/2/layout/IconVerticalSolidList"/>
    <dgm:cxn modelId="{2C8C0D8A-85A6-42D1-BEC5-97605D93CD24}" type="presParOf" srcId="{F94F143D-E2B5-4675-9DF0-F1D16C420D71}" destId="{2A3BB7B4-DE9F-4FE7-BACC-FC094D48EE38}" srcOrd="2" destOrd="0" presId="urn:microsoft.com/office/officeart/2018/2/layout/IconVerticalSolidList"/>
    <dgm:cxn modelId="{86B767F1-52CF-4722-B484-48F37D67D84F}" type="presParOf" srcId="{F94F143D-E2B5-4675-9DF0-F1D16C420D71}" destId="{76774620-D63C-422E-BF71-7B5C3382E12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15D08D-6DE5-4535-9E51-66BB92B7806F}">
      <dsp:nvSpPr>
        <dsp:cNvPr id="0" name=""/>
        <dsp:cNvSpPr/>
      </dsp:nvSpPr>
      <dsp:spPr>
        <a:xfrm>
          <a:off x="0" y="3535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C039F4-E1B4-4D7A-96CE-33CE8AB0F4C7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BEE6B-2438-4AB9-9AD4-557AA7DE11CD}">
      <dsp:nvSpPr>
        <dsp:cNvPr id="0" name=""/>
        <dsp:cNvSpPr/>
      </dsp:nvSpPr>
      <dsp:spPr>
        <a:xfrm>
          <a:off x="869886" y="3535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 build a unified </a:t>
          </a:r>
          <a:r>
            <a:rPr lang="en-US" sz="1900" b="1" kern="1200"/>
            <a:t>event management system</a:t>
          </a:r>
          <a:r>
            <a:rPr lang="en-US" sz="1900" kern="1200"/>
            <a:t> for organizers and attendees.</a:t>
          </a:r>
        </a:p>
      </dsp:txBody>
      <dsp:txXfrm>
        <a:off x="869886" y="3535"/>
        <a:ext cx="7359713" cy="753148"/>
      </dsp:txXfrm>
    </dsp:sp>
    <dsp:sp modelId="{520D6C10-BD0F-4C30-8B93-02540D0331B5}">
      <dsp:nvSpPr>
        <dsp:cNvPr id="0" name=""/>
        <dsp:cNvSpPr/>
      </dsp:nvSpPr>
      <dsp:spPr>
        <a:xfrm>
          <a:off x="0" y="944971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7FB99F-57E1-407B-AAD2-DCF7F4FDE14E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D9ACB7-3C76-4679-BF18-479E6FD8A2DC}">
      <dsp:nvSpPr>
        <dsp:cNvPr id="0" name=""/>
        <dsp:cNvSpPr/>
      </dsp:nvSpPr>
      <dsp:spPr>
        <a:xfrm>
          <a:off x="869886" y="944971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 allow </a:t>
          </a:r>
          <a:r>
            <a:rPr lang="en-US" sz="1900" b="1" kern="1200"/>
            <a:t>organizers</a:t>
          </a:r>
          <a:r>
            <a:rPr lang="en-US" sz="1900" kern="1200"/>
            <a:t> to create, update, and manage their events easily.</a:t>
          </a:r>
        </a:p>
      </dsp:txBody>
      <dsp:txXfrm>
        <a:off x="869886" y="944971"/>
        <a:ext cx="7359713" cy="753148"/>
      </dsp:txXfrm>
    </dsp:sp>
    <dsp:sp modelId="{FEAD19D9-9B82-4FFF-B83A-4748E42D7E21}">
      <dsp:nvSpPr>
        <dsp:cNvPr id="0" name=""/>
        <dsp:cNvSpPr/>
      </dsp:nvSpPr>
      <dsp:spPr>
        <a:xfrm>
          <a:off x="0" y="1886407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7BDFC-1FB0-4E6D-BA5A-56C09899162F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F0C31-6C25-409A-BFBD-6667C0193BBA}">
      <dsp:nvSpPr>
        <dsp:cNvPr id="0" name=""/>
        <dsp:cNvSpPr/>
      </dsp:nvSpPr>
      <dsp:spPr>
        <a:xfrm>
          <a:off x="869886" y="1886407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 enable </a:t>
          </a:r>
          <a:r>
            <a:rPr lang="en-US" sz="1900" b="1" kern="1200"/>
            <a:t>users</a:t>
          </a:r>
          <a:r>
            <a:rPr lang="en-US" sz="1900" kern="1200"/>
            <a:t> to discover, search, and book events conveniently.</a:t>
          </a:r>
        </a:p>
      </dsp:txBody>
      <dsp:txXfrm>
        <a:off x="869886" y="1886407"/>
        <a:ext cx="7359713" cy="753148"/>
      </dsp:txXfrm>
    </dsp:sp>
    <dsp:sp modelId="{FA56EEF8-027B-4351-B91B-2F6C641F280D}">
      <dsp:nvSpPr>
        <dsp:cNvPr id="0" name=""/>
        <dsp:cNvSpPr/>
      </dsp:nvSpPr>
      <dsp:spPr>
        <a:xfrm>
          <a:off x="0" y="2827842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5910F1-CCCF-4901-9261-E98D965E37BE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A343B8-8D41-493F-85F9-27A290184C1F}">
      <dsp:nvSpPr>
        <dsp:cNvPr id="0" name=""/>
        <dsp:cNvSpPr/>
      </dsp:nvSpPr>
      <dsp:spPr>
        <a:xfrm>
          <a:off x="869886" y="2827842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 ensure smooth integration using a </a:t>
          </a:r>
          <a:r>
            <a:rPr lang="en-US" sz="1900" b="1" kern="1200"/>
            <a:t>hybrid, API-driven MERN stack</a:t>
          </a:r>
          <a:r>
            <a:rPr lang="en-US" sz="1900" kern="1200"/>
            <a:t>.</a:t>
          </a:r>
        </a:p>
      </dsp:txBody>
      <dsp:txXfrm>
        <a:off x="869886" y="2827842"/>
        <a:ext cx="7359713" cy="753148"/>
      </dsp:txXfrm>
    </dsp:sp>
    <dsp:sp modelId="{D6DC2C11-4DC7-4D12-9CB0-84B71B2BE3FD}">
      <dsp:nvSpPr>
        <dsp:cNvPr id="0" name=""/>
        <dsp:cNvSpPr/>
      </dsp:nvSpPr>
      <dsp:spPr>
        <a:xfrm>
          <a:off x="0" y="3769278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090D7-D811-4FCA-87C8-9A6314BE7619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8A00E-B81C-4B8E-A2E9-097605283C8B}">
      <dsp:nvSpPr>
        <dsp:cNvPr id="0" name=""/>
        <dsp:cNvSpPr/>
      </dsp:nvSpPr>
      <dsp:spPr>
        <a:xfrm>
          <a:off x="869886" y="3769278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 include features like </a:t>
          </a:r>
          <a:r>
            <a:rPr lang="en-US" sz="1900" b="1" kern="1200"/>
            <a:t>ticketing, payments, analytics, and engagement tools</a:t>
          </a:r>
          <a:r>
            <a:rPr lang="en-US" sz="1900" kern="1200"/>
            <a:t>.</a:t>
          </a:r>
        </a:p>
      </dsp:txBody>
      <dsp:txXfrm>
        <a:off x="869886" y="3769278"/>
        <a:ext cx="7359713" cy="7531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F4E190-88FB-40E4-A854-FDF8E2D2B91F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4A501E-BE3A-48FD-9959-46C565FBDAEF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E67B2-A5FC-491C-B5D8-9F781D7CC0D3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Organizers find it hard to create, promote, and manage events easily.</a:t>
          </a:r>
          <a:endParaRPr lang="en-US" sz="2000" kern="1200"/>
        </a:p>
      </dsp:txBody>
      <dsp:txXfrm>
        <a:off x="1428292" y="2439"/>
        <a:ext cx="3297908" cy="1236616"/>
      </dsp:txXfrm>
    </dsp:sp>
    <dsp:sp modelId="{8DBCF59F-F3A9-4455-8BBC-5A61B4ADAB86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711CA7-0321-4EDB-8E29-DBF5BED70204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432F0A-F0F8-48C9-9AD3-687A9B863276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No single platform to handle all event tasks in one place.</a:t>
          </a:r>
          <a:endParaRPr lang="en-US" sz="2000" kern="1200"/>
        </a:p>
      </dsp:txBody>
      <dsp:txXfrm>
        <a:off x="1428292" y="1548210"/>
        <a:ext cx="3297908" cy="1236616"/>
      </dsp:txXfrm>
    </dsp:sp>
    <dsp:sp modelId="{72EB5113-EF57-4F4E-9BC8-E365E7674F81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263CC5-5DEF-47F6-A120-F455D803908A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EADD45-52E8-476A-AC5B-A8F4C4684D76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Users face problems finding and booking events quickly.</a:t>
          </a:r>
          <a:endParaRPr lang="en-US" sz="2000" kern="1200"/>
        </a:p>
      </dsp:txBody>
      <dsp:txXfrm>
        <a:off x="1428292" y="3093981"/>
        <a:ext cx="3297908" cy="1236616"/>
      </dsp:txXfrm>
    </dsp:sp>
    <dsp:sp modelId="{87E9539B-335A-4B82-A9A9-BEEE3ED94082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E0E7D-50F4-4D1D-888D-ACD3D0DF64A8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B74F20-9BC0-48F1-8091-6965D354C605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There are no real-time updates or easy ways to engage attendees.</a:t>
          </a:r>
          <a:endParaRPr lang="en-US" sz="2000" kern="1200"/>
        </a:p>
      </dsp:txBody>
      <dsp:txXfrm>
        <a:off x="1428292" y="4639752"/>
        <a:ext cx="3297908" cy="12366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4E12A7-3DF6-41F0-B98C-5C74BC98C684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AEA85A-0791-41B8-BEB7-49D9EAD34A64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AC046-7098-4F5C-A379-F0167F7E323C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make event creation and management easy in one platform.</a:t>
          </a:r>
        </a:p>
      </dsp:txBody>
      <dsp:txXfrm>
        <a:off x="1428292" y="2439"/>
        <a:ext cx="3297908" cy="1236616"/>
      </dsp:txXfrm>
    </dsp:sp>
    <dsp:sp modelId="{2E897EC2-D8F3-4D6F-8FA0-997E04891EBE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F86B33-9D57-4FB9-A381-A3B3DE4E9BBB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5726D-9E72-4604-BF29-225171F2800F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help users quickly find and book events.</a:t>
          </a:r>
        </a:p>
      </dsp:txBody>
      <dsp:txXfrm>
        <a:off x="1428292" y="1548210"/>
        <a:ext cx="3297908" cy="1236616"/>
      </dsp:txXfrm>
    </dsp:sp>
    <dsp:sp modelId="{6E3ADD4B-78B7-410F-82A4-31F92CA84231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AF6EEC-28D7-44F3-8C23-E663A6CAFB70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A1D8F0-B172-429B-8175-94F35E10E8B2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give organizers better reach and easy data handling.</a:t>
          </a:r>
        </a:p>
      </dsp:txBody>
      <dsp:txXfrm>
        <a:off x="1428292" y="3093981"/>
        <a:ext cx="3297908" cy="1236616"/>
      </dsp:txXfrm>
    </dsp:sp>
    <dsp:sp modelId="{FB3C90A3-A08A-4409-9E8C-2F5423172A22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CEB52-98EC-47C2-A9B7-ECFBA04216DD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774620-D63C-422E-BF71-7B5C3382E122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use modern MERN technology for a smooth and scalable system.</a:t>
          </a:r>
        </a:p>
      </dsp:txBody>
      <dsp:txXfrm>
        <a:off x="1428292" y="4639752"/>
        <a:ext cx="3297908" cy="1236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06151-97C1-4722-9376-AC4168AA3957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D421F-7FF6-45E1-80A3-0030D78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6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AD421F-7FF6-45E1-80A3-0030D7844D9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775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rowd in a party">
            <a:extLst>
              <a:ext uri="{FF2B5EF4-FFF2-40B4-BE49-F238E27FC236}">
                <a16:creationId xmlns:a16="http://schemas.microsoft.com/office/drawing/2014/main" id="{43D39294-7179-9422-DABA-2F8C1936AA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666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3031" y="1885950"/>
            <a:ext cx="6379369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7900"/>
            <a:ext cx="6400800" cy="2514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Event Hub</a:t>
            </a:r>
            <a:br>
              <a:rPr lang="en-US" sz="57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Group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F5AD95-EFBD-EF3B-8CFA-F8AA71BF61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349263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IN" sz="4100" dirty="0">
                <a:solidFill>
                  <a:schemeClr val="bg1"/>
                </a:solidFill>
              </a:rPr>
              <a:t>Problem Statement</a:t>
            </a:r>
          </a:p>
        </p:txBody>
      </p:sp>
      <p:grpSp>
        <p:nvGrpSpPr>
          <p:cNvPr id="3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41" name="Rectangle 4">
            <a:extLst>
              <a:ext uri="{FF2B5EF4-FFF2-40B4-BE49-F238E27FC236}">
                <a16:creationId xmlns:a16="http://schemas.microsoft.com/office/drawing/2014/main" id="{4A4D8137-ED35-6AA6-8813-D358C0D029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0974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E6B29-BCA9-057F-72A0-5578351B5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IN" sz="3700" b="1">
                <a:solidFill>
                  <a:schemeClr val="bg1"/>
                </a:solidFill>
              </a:rPr>
              <a:t>Motivation</a:t>
            </a:r>
            <a:br>
              <a:rPr lang="en-IN" sz="3700" b="1">
                <a:solidFill>
                  <a:schemeClr val="bg1"/>
                </a:solidFill>
              </a:rPr>
            </a:br>
            <a:endParaRPr lang="en-IN" sz="370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CB3016-F238-A68F-45EE-ADF43583E8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1862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756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IN" sz="3500" dirty="0">
                <a:solidFill>
                  <a:schemeClr val="bg1"/>
                </a:solidFill>
              </a:rPr>
              <a:t>Target Users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2C6560-043D-CAEE-A96D-EB20B8EDFC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322" y="2217343"/>
            <a:ext cx="9016669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Individual Organizers: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Host small events like workshops or parties.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Event Agencies: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Manage multiple events, ticketing, and promotions.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Corporates: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Organize conferences, webinars, and exhibitions.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Communities &amp; Non-Profits: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Run fundraisers and awareness programs.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Attendees: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Discover, book, and attend events easily.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A0328-099D-F59E-C8C0-EFC0E7F50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9143993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CA173-BD49-0AD1-AF34-2C585A008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1520377"/>
          </a:xfrm>
        </p:spPr>
        <p:txBody>
          <a:bodyPr anchor="ctr">
            <a:normAutofit/>
          </a:bodyPr>
          <a:lstStyle/>
          <a:p>
            <a:pPr algn="l"/>
            <a:r>
              <a:rPr lang="en-IN" b="1" dirty="0">
                <a:solidFill>
                  <a:schemeClr val="bg1"/>
                </a:solidFill>
              </a:rPr>
              <a:t>System Environment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9143992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893697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EFE5DFF-A025-7C69-0463-2363A518CA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6669" y="3100283"/>
            <a:ext cx="7417341" cy="307667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Web-based platform accessible through browsers.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Compatible with desktop and mobile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Connected to a secure backend server and database.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Hosted on cloud platforms for better performance and uptime.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506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CC5E44-1CA8-F3E6-03A9-7D0851E12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776" y="694268"/>
            <a:ext cx="2665132" cy="54779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Functional Requirements</a:t>
            </a:r>
          </a:p>
        </p:txBody>
      </p:sp>
      <p:grpSp>
        <p:nvGrpSpPr>
          <p:cNvPr id="26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2203010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E30B6-A04A-AF9D-EABA-D56FACC8E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6151" y="1130846"/>
            <a:ext cx="3912879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User registration and login (attendee, organizer, admin).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Event creation, update, and deletion by organizers.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Event search and filter by category, location, or date.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Ticket booking and online payment (Razorpay).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Notifications and reminders for events.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Reviews and ratings after event completion.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471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167B3C-398E-89A5-6F13-ED52E5335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Rectangle 364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841BD-732C-2334-2B9E-7FD8BF54F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94268"/>
            <a:ext cx="3491908" cy="54779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Non-Functional Requirements</a:t>
            </a:r>
          </a:p>
        </p:txBody>
      </p:sp>
      <p:grpSp>
        <p:nvGrpSpPr>
          <p:cNvPr id="367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71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2203010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86" name="Oval 385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54929-2662-3722-7C6A-48CC58D55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6151" y="1130846"/>
            <a:ext cx="3912879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chemeClr val="bg1"/>
                </a:solidFill>
              </a:rPr>
              <a:t>Performance:</a:t>
            </a:r>
            <a:r>
              <a:rPr lang="en-US" sz="2200">
                <a:solidFill>
                  <a:schemeClr val="bg1"/>
                </a:solidFill>
              </a:rPr>
              <a:t> Fast response time (&lt; 2 seconds).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chemeClr val="bg1"/>
                </a:solidFill>
              </a:rPr>
              <a:t>Availability:</a:t>
            </a:r>
            <a:r>
              <a:rPr lang="en-US" sz="2200">
                <a:solidFill>
                  <a:schemeClr val="bg1"/>
                </a:solidFill>
              </a:rPr>
              <a:t> High uptime (around 99%).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chemeClr val="bg1"/>
                </a:solidFill>
              </a:rPr>
              <a:t>Security:</a:t>
            </a:r>
            <a:r>
              <a:rPr lang="en-US" sz="2200">
                <a:solidFill>
                  <a:schemeClr val="bg1"/>
                </a:solidFill>
              </a:rPr>
              <a:t> JWT authentication and encrypted passwords.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chemeClr val="bg1"/>
                </a:solidFill>
              </a:rPr>
              <a:t>Scalability:</a:t>
            </a:r>
            <a:r>
              <a:rPr lang="en-US" sz="2200">
                <a:solidFill>
                  <a:schemeClr val="bg1"/>
                </a:solidFill>
              </a:rPr>
              <a:t> Should handle multiple users and events easily.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chemeClr val="bg1"/>
                </a:solidFill>
              </a:rPr>
              <a:t>Usability:</a:t>
            </a:r>
            <a:r>
              <a:rPr lang="en-US" sz="2200">
                <a:solidFill>
                  <a:schemeClr val="bg1"/>
                </a:solidFill>
              </a:rPr>
              <a:t> Simple and responsive UI.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chemeClr val="bg1"/>
                </a:solidFill>
              </a:rPr>
              <a:t>Deployment:</a:t>
            </a:r>
            <a:r>
              <a:rPr lang="en-US" sz="2200">
                <a:solidFill>
                  <a:schemeClr val="bg1"/>
                </a:solidFill>
              </a:rPr>
              <a:t> Hosted on </a:t>
            </a:r>
            <a:r>
              <a:rPr lang="en-US" sz="2200" b="1">
                <a:solidFill>
                  <a:schemeClr val="bg1"/>
                </a:solidFill>
              </a:rPr>
              <a:t>Vercel</a:t>
            </a:r>
            <a:r>
              <a:rPr lang="en-US" sz="2200">
                <a:solidFill>
                  <a:schemeClr val="bg1"/>
                </a:solidFill>
              </a:rPr>
              <a:t> for web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1076606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60" y="-5"/>
            <a:ext cx="9144861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858" y="-222568"/>
            <a:ext cx="7437474" cy="118872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 Case Diagram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05F6F-F5A6-4CD7-857F-CBBAEFC32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19" y="1100027"/>
            <a:ext cx="2673488" cy="55206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9CB0B6-51F9-83B9-D317-A6733AF48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007" y="1100024"/>
            <a:ext cx="2673487" cy="5231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DF4C2A-3F5D-A108-F1F8-9FA940DD8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1494" y="1086187"/>
            <a:ext cx="3512606" cy="54739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E21D49-7286-5604-0587-5A328354E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9068" y="1156885"/>
            <a:ext cx="1739989" cy="3302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60" y="-5"/>
            <a:ext cx="9144861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548640"/>
            <a:ext cx="7437474" cy="118872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User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884" y="2431767"/>
            <a:ext cx="8044405" cy="3685156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 a user,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 want to search and book events easily so I can attend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 an organizer,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 want to create and manage events so I can track ticket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 an admin,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 want to monitor all events and users to ensure smooth operations.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7D77DF-046A-719E-AF59-0B93B253B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638" y="637762"/>
            <a:ext cx="7416372" cy="900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Technology Stack Justification</a:t>
            </a:r>
            <a:endParaRPr lang="en-US" sz="35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7A13C8-D72D-94A8-6B97-BF1A55B578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66661" y="2217343"/>
            <a:ext cx="7410669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MongoDB: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Used as the database for flexible and fast data storage of users, events, and bookings.</a:t>
            </a: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Express.js: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Simplifies backend routing and API creation.</a:t>
            </a: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React.js: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Provides a responsive and dynamic web interface for the admin panel.</a:t>
            </a: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Node.js: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Handles server-side logic and ensures fast performance.</a:t>
            </a:r>
          </a:p>
        </p:txBody>
      </p:sp>
    </p:spTree>
    <p:extLst>
      <p:ext uri="{BB962C8B-B14F-4D97-AF65-F5344CB8AC3E}">
        <p14:creationId xmlns:p14="http://schemas.microsoft.com/office/powerpoint/2010/main" val="3673746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560E9C-BF44-E94B-FCC7-35894F2AC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9425" y="2073715"/>
            <a:ext cx="5201819" cy="29930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7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D6B450-4278-45B8-88C7-C061710E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799424" y="1883640"/>
            <a:ext cx="5201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234A4C-A256-4139-A5F4-27078F0D6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799424" y="5066757"/>
            <a:ext cx="5201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722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491</Words>
  <Application>Microsoft Office PowerPoint</Application>
  <PresentationFormat>On-screen Show (4:3)</PresentationFormat>
  <Paragraphs>54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Event Hub Group 2</vt:lpstr>
      <vt:lpstr>Objective</vt:lpstr>
      <vt:lpstr>Problem Statement</vt:lpstr>
      <vt:lpstr>Motivation </vt:lpstr>
      <vt:lpstr>Target Users</vt:lpstr>
      <vt:lpstr>System Environment</vt:lpstr>
      <vt:lpstr>Functional Requirements</vt:lpstr>
      <vt:lpstr>Non-Functional Requirements</vt:lpstr>
      <vt:lpstr>Use Case Diagram </vt:lpstr>
      <vt:lpstr>User Stories</vt:lpstr>
      <vt:lpstr>Technology Stack Justification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ketan khatri</cp:lastModifiedBy>
  <cp:revision>33</cp:revision>
  <dcterms:created xsi:type="dcterms:W3CDTF">2013-01-27T09:14:16Z</dcterms:created>
  <dcterms:modified xsi:type="dcterms:W3CDTF">2025-11-05T12:26:38Z</dcterms:modified>
  <cp:category/>
</cp:coreProperties>
</file>